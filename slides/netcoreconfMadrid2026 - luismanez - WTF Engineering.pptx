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2" r:id="rId2"/>
  </p:sldMasterIdLst>
  <p:notesMasterIdLst>
    <p:notesMasterId r:id="rId37"/>
  </p:notesMasterIdLst>
  <p:sldIdLst>
    <p:sldId id="256" r:id="rId3"/>
    <p:sldId id="257" r:id="rId4"/>
    <p:sldId id="258" r:id="rId5"/>
    <p:sldId id="273" r:id="rId6"/>
    <p:sldId id="275" r:id="rId7"/>
    <p:sldId id="274" r:id="rId8"/>
    <p:sldId id="266" r:id="rId9"/>
    <p:sldId id="276" r:id="rId10"/>
    <p:sldId id="267" r:id="rId11"/>
    <p:sldId id="277" r:id="rId12"/>
    <p:sldId id="268" r:id="rId13"/>
    <p:sldId id="269" r:id="rId14"/>
    <p:sldId id="278" r:id="rId15"/>
    <p:sldId id="270" r:id="rId16"/>
    <p:sldId id="271" r:id="rId17"/>
    <p:sldId id="279" r:id="rId18"/>
    <p:sldId id="292" r:id="rId19"/>
    <p:sldId id="284" r:id="rId20"/>
    <p:sldId id="283" r:id="rId21"/>
    <p:sldId id="285" r:id="rId22"/>
    <p:sldId id="288" r:id="rId23"/>
    <p:sldId id="286" r:id="rId24"/>
    <p:sldId id="287" r:id="rId25"/>
    <p:sldId id="289" r:id="rId26"/>
    <p:sldId id="290" r:id="rId27"/>
    <p:sldId id="291" r:id="rId28"/>
    <p:sldId id="294" r:id="rId29"/>
    <p:sldId id="280" r:id="rId30"/>
    <p:sldId id="281" r:id="rId31"/>
    <p:sldId id="282" r:id="rId32"/>
    <p:sldId id="297" r:id="rId33"/>
    <p:sldId id="265" r:id="rId34"/>
    <p:sldId id="296" r:id="rId35"/>
    <p:sldId id="260" r:id="rId36"/>
  </p:sldIdLst>
  <p:sldSz cx="18288000" cy="10287000"/>
  <p:notesSz cx="6858000" cy="9144000"/>
  <p:embeddedFontLs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lay" pitchFamily="2" charset="0"/>
      <p:regular r:id="rId42"/>
      <p:bold r:id="rId43"/>
    </p:embeddedFont>
    <p:embeddedFont>
      <p:font typeface="Poppins" pitchFamily="2" charset="77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41F"/>
    <a:srgbClr val="0C1520"/>
    <a:srgbClr val="181E22"/>
    <a:srgbClr val="211F24"/>
    <a:srgbClr val="191E21"/>
    <a:srgbClr val="2A2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EA2E7A-4BE1-5D47-918F-39FFB918CCF9}" v="33" dt="2026-10-18T21:08:23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20"/>
    <p:restoredTop sz="94723"/>
  </p:normalViewPr>
  <p:slideViewPr>
    <p:cSldViewPr snapToGrid="0">
      <p:cViewPr>
        <p:scale>
          <a:sx n="127" d="100"/>
          <a:sy n="127" d="100"/>
        </p:scale>
        <p:origin x="744" y="3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52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Mañez" userId="51ced5b0-8f60-4d5e-8aa2-35e6d7db6606" providerId="ADAL" clId="{EF09C893-0D67-477D-9E98-55F14A25B3EF}"/>
    <pc:docChg chg="undo redo custSel addSld delSld modSld sldOrd delMainMaster">
      <pc:chgData name="Luis Mañez" userId="51ced5b0-8f60-4d5e-8aa2-35e6d7db6606" providerId="ADAL" clId="{EF09C893-0D67-477D-9E98-55F14A25B3EF}" dt="2026-10-17T10:11:17.739" v="204" actId="680"/>
      <pc:docMkLst>
        <pc:docMk/>
      </pc:docMkLst>
      <pc:sldChg chg="add del setBg">
        <pc:chgData name="Luis Mañez" userId="51ced5b0-8f60-4d5e-8aa2-35e6d7db6606" providerId="ADAL" clId="{EF09C893-0D67-477D-9E98-55F14A25B3EF}" dt="2026-10-12T20:24:21.158" v="3"/>
        <pc:sldMkLst>
          <pc:docMk/>
          <pc:sldMk cId="0" sldId="257"/>
        </pc:sldMkLst>
      </pc:sldChg>
      <pc:sldChg chg="addSp delSp modSp mod chgLayout">
        <pc:chgData name="Luis Mañez" userId="51ced5b0-8f60-4d5e-8aa2-35e6d7db6606" providerId="ADAL" clId="{EF09C893-0D67-477D-9E98-55F14A25B3EF}" dt="2026-10-12T20:56:49.629" v="77" actId="14100"/>
        <pc:sldMkLst>
          <pc:docMk/>
          <pc:sldMk cId="0" sldId="260"/>
        </pc:sldMkLst>
        <pc:picChg chg="add mod">
          <ac:chgData name="Luis Mañez" userId="51ced5b0-8f60-4d5e-8aa2-35e6d7db6606" providerId="ADAL" clId="{EF09C893-0D67-477D-9E98-55F14A25B3EF}" dt="2026-10-12T20:56:49.629" v="77" actId="14100"/>
          <ac:picMkLst>
            <pc:docMk/>
            <pc:sldMk cId="0" sldId="260"/>
            <ac:picMk id="9" creationId="{52D05A79-A20C-C846-7E7C-062CD2CA0D69}"/>
          </ac:picMkLst>
        </pc:picChg>
      </pc:sldChg>
      <pc:sldChg chg="add ord">
        <pc:chgData name="Luis Mañez" userId="51ced5b0-8f60-4d5e-8aa2-35e6d7db6606" providerId="ADAL" clId="{EF09C893-0D67-477D-9E98-55F14A25B3EF}" dt="2026-10-12T20:24:40.423" v="7"/>
        <pc:sldMkLst>
          <pc:docMk/>
          <pc:sldMk cId="3535978847" sldId="265"/>
        </pc:sldMkLst>
      </pc:sldChg>
      <pc:sldChg chg="addSp modSp new mod">
        <pc:chgData name="Luis Mañez" userId="51ced5b0-8f60-4d5e-8aa2-35e6d7db6606" providerId="ADAL" clId="{EF09C893-0D67-477D-9E98-55F14A25B3EF}" dt="2026-10-12T20:45:17.456" v="70" actId="14100"/>
        <pc:sldMkLst>
          <pc:docMk/>
          <pc:sldMk cId="2527349514" sldId="266"/>
        </pc:sldMkLst>
        <pc:picChg chg="add mod">
          <ac:chgData name="Luis Mañez" userId="51ced5b0-8f60-4d5e-8aa2-35e6d7db6606" providerId="ADAL" clId="{EF09C893-0D67-477D-9E98-55F14A25B3EF}" dt="2026-10-12T20:45:17.456" v="70" actId="14100"/>
          <ac:picMkLst>
            <pc:docMk/>
            <pc:sldMk cId="2527349514" sldId="266"/>
            <ac:picMk id="3" creationId="{1F4157C8-6283-9EFD-350C-09F1A844F413}"/>
          </ac:picMkLst>
        </pc:picChg>
      </pc:sldChg>
      <pc:sldChg chg="addSp modSp new mod">
        <pc:chgData name="Luis Mañez" userId="51ced5b0-8f60-4d5e-8aa2-35e6d7db6606" providerId="ADAL" clId="{EF09C893-0D67-477D-9E98-55F14A25B3EF}" dt="2026-10-12T21:25:20.793" v="81" actId="14100"/>
        <pc:sldMkLst>
          <pc:docMk/>
          <pc:sldMk cId="1048632947" sldId="267"/>
        </pc:sldMkLst>
        <pc:picChg chg="add mod">
          <ac:chgData name="Luis Mañez" userId="51ced5b0-8f60-4d5e-8aa2-35e6d7db6606" providerId="ADAL" clId="{EF09C893-0D67-477D-9E98-55F14A25B3EF}" dt="2026-10-12T21:25:20.793" v="81" actId="14100"/>
          <ac:picMkLst>
            <pc:docMk/>
            <pc:sldMk cId="1048632947" sldId="267"/>
            <ac:picMk id="3" creationId="{AB0B7016-E2B3-55F6-2FF2-F7888D08A8B2}"/>
          </ac:picMkLst>
        </pc:picChg>
      </pc:sldChg>
      <pc:sldChg chg="addSp delSp modSp add mod">
        <pc:chgData name="Luis Mañez" userId="51ced5b0-8f60-4d5e-8aa2-35e6d7db6606" providerId="ADAL" clId="{EF09C893-0D67-477D-9E98-55F14A25B3EF}" dt="2026-10-16T20:24:47.920" v="141" actId="29295"/>
        <pc:sldMkLst>
          <pc:docMk/>
          <pc:sldMk cId="970652953" sldId="269"/>
        </pc:sldMkLst>
        <pc:spChg chg="add mod ord topLvl">
          <ac:chgData name="Luis Mañez" userId="51ced5b0-8f60-4d5e-8aa2-35e6d7db6606" providerId="ADAL" clId="{EF09C893-0D67-477D-9E98-55F14A25B3EF}" dt="2026-10-14T19:30:53.244" v="129" actId="164"/>
          <ac:spMkLst>
            <pc:docMk/>
            <pc:sldMk cId="970652953" sldId="269"/>
            <ac:spMk id="4" creationId="{2DF1C328-0AEA-AF6E-0BDD-65C2510132DB}"/>
          </ac:spMkLst>
        </pc:spChg>
        <pc:grpChg chg="add mod">
          <ac:chgData name="Luis Mañez" userId="51ced5b0-8f60-4d5e-8aa2-35e6d7db6606" providerId="ADAL" clId="{EF09C893-0D67-477D-9E98-55F14A25B3EF}" dt="2026-10-14T19:30:58.216" v="130" actId="1076"/>
          <ac:grpSpMkLst>
            <pc:docMk/>
            <pc:sldMk cId="970652953" sldId="269"/>
            <ac:grpSpMk id="10" creationId="{EBC9894A-2750-B7B5-3C71-41DC8FF29248}"/>
          </ac:grpSpMkLst>
        </pc:grpChg>
        <pc:picChg chg="mod">
          <ac:chgData name="Luis Mañez" userId="51ced5b0-8f60-4d5e-8aa2-35e6d7db6606" providerId="ADAL" clId="{EF09C893-0D67-477D-9E98-55F14A25B3EF}" dt="2026-10-16T20:24:47.920" v="141" actId="29295"/>
          <ac:picMkLst>
            <pc:docMk/>
            <pc:sldMk cId="970652953" sldId="269"/>
            <ac:picMk id="6" creationId="{F9F7C14F-3146-54C3-922D-400E31FEC508}"/>
          </ac:picMkLst>
        </pc:picChg>
        <pc:picChg chg="add mod">
          <ac:chgData name="Luis Mañez" userId="51ced5b0-8f60-4d5e-8aa2-35e6d7db6606" providerId="ADAL" clId="{EF09C893-0D67-477D-9E98-55F14A25B3EF}" dt="2026-10-14T19:30:53.244" v="129" actId="164"/>
          <ac:picMkLst>
            <pc:docMk/>
            <pc:sldMk cId="970652953" sldId="269"/>
            <ac:picMk id="9" creationId="{8BB38656-DD07-3C3C-69D0-F5B079D0BB3E}"/>
          </ac:picMkLst>
        </pc:picChg>
      </pc:sldChg>
      <pc:sldChg chg="addSp modSp new mod">
        <pc:chgData name="Luis Mañez" userId="51ced5b0-8f60-4d5e-8aa2-35e6d7db6606" providerId="ADAL" clId="{EF09C893-0D67-477D-9E98-55F14A25B3EF}" dt="2026-10-14T19:59:31.100" v="134" actId="14100"/>
        <pc:sldMkLst>
          <pc:docMk/>
          <pc:sldMk cId="2494331229" sldId="270"/>
        </pc:sldMkLst>
        <pc:picChg chg="add mod">
          <ac:chgData name="Luis Mañez" userId="51ced5b0-8f60-4d5e-8aa2-35e6d7db6606" providerId="ADAL" clId="{EF09C893-0D67-477D-9E98-55F14A25B3EF}" dt="2026-10-14T19:59:31.100" v="134" actId="14100"/>
          <ac:picMkLst>
            <pc:docMk/>
            <pc:sldMk cId="2494331229" sldId="270"/>
            <ac:picMk id="3" creationId="{0CB1CD6A-6447-B3D8-BD2F-E8B6D93E876E}"/>
          </ac:picMkLst>
        </pc:picChg>
      </pc:sldChg>
      <pc:sldChg chg="addSp modSp new mod">
        <pc:chgData name="Luis Mañez" userId="51ced5b0-8f60-4d5e-8aa2-35e6d7db6606" providerId="ADAL" clId="{EF09C893-0D67-477D-9E98-55F14A25B3EF}" dt="2026-10-16T20:24:30.123" v="140" actId="14100"/>
        <pc:sldMkLst>
          <pc:docMk/>
          <pc:sldMk cId="1770906191" sldId="271"/>
        </pc:sldMkLst>
        <pc:picChg chg="add mod">
          <ac:chgData name="Luis Mañez" userId="51ced5b0-8f60-4d5e-8aa2-35e6d7db6606" providerId="ADAL" clId="{EF09C893-0D67-477D-9E98-55F14A25B3EF}" dt="2026-10-16T20:24:30.123" v="140" actId="14100"/>
          <ac:picMkLst>
            <pc:docMk/>
            <pc:sldMk cId="1770906191" sldId="271"/>
            <ac:picMk id="3" creationId="{F6F4B604-5F9B-24E5-5E4E-40D2EB038061}"/>
          </ac:picMkLst>
        </pc:picChg>
      </pc:sldChg>
      <pc:sldChg chg="addSp new mod setBg">
        <pc:chgData name="Luis Mañez" userId="51ced5b0-8f60-4d5e-8aa2-35e6d7db6606" providerId="ADAL" clId="{EF09C893-0D67-477D-9E98-55F14A25B3EF}" dt="2026-10-16T21:38:20.823" v="155"/>
        <pc:sldMkLst>
          <pc:docMk/>
          <pc:sldMk cId="537151779" sldId="273"/>
        </pc:sldMkLst>
        <pc:picChg chg="add">
          <ac:chgData name="Luis Mañez" userId="51ced5b0-8f60-4d5e-8aa2-35e6d7db6606" providerId="ADAL" clId="{EF09C893-0D67-477D-9E98-55F14A25B3EF}" dt="2026-10-16T21:37:02.535" v="152" actId="22"/>
          <ac:picMkLst>
            <pc:docMk/>
            <pc:sldMk cId="537151779" sldId="273"/>
            <ac:picMk id="3" creationId="{1FD74E3A-8EC3-6BE2-B812-D5625AFA4216}"/>
          </ac:picMkLst>
        </pc:picChg>
      </pc:sldChg>
      <pc:sldChg chg="addSp delSp new mod setBg">
        <pc:chgData name="Luis Mañez" userId="51ced5b0-8f60-4d5e-8aa2-35e6d7db6606" providerId="ADAL" clId="{EF09C893-0D67-477D-9E98-55F14A25B3EF}" dt="2026-10-16T21:44:04.249" v="172" actId="22"/>
        <pc:sldMkLst>
          <pc:docMk/>
          <pc:sldMk cId="2720347711" sldId="274"/>
        </pc:sldMkLst>
        <pc:picChg chg="add">
          <ac:chgData name="Luis Mañez" userId="51ced5b0-8f60-4d5e-8aa2-35e6d7db6606" providerId="ADAL" clId="{EF09C893-0D67-477D-9E98-55F14A25B3EF}" dt="2026-10-16T21:44:04.249" v="172" actId="22"/>
          <ac:picMkLst>
            <pc:docMk/>
            <pc:sldMk cId="2720347711" sldId="274"/>
            <ac:picMk id="5" creationId="{2F41EB1E-5BBD-2AF9-15CC-208B8688A4AA}"/>
          </ac:picMkLst>
        </pc:picChg>
      </pc:sldChg>
      <pc:sldChg chg="addSp delSp modSp add mod">
        <pc:chgData name="Luis Mañez" userId="51ced5b0-8f60-4d5e-8aa2-35e6d7db6606" providerId="ADAL" clId="{EF09C893-0D67-477D-9E98-55F14A25B3EF}" dt="2026-10-16T21:44:34.520" v="173" actId="1076"/>
        <pc:sldMkLst>
          <pc:docMk/>
          <pc:sldMk cId="2716258406" sldId="275"/>
        </pc:sldMkLst>
        <pc:picChg chg="mod">
          <ac:chgData name="Luis Mañez" userId="51ced5b0-8f60-4d5e-8aa2-35e6d7db6606" providerId="ADAL" clId="{EF09C893-0D67-477D-9E98-55F14A25B3EF}" dt="2026-10-16T21:44:34.520" v="173" actId="1076"/>
          <ac:picMkLst>
            <pc:docMk/>
            <pc:sldMk cId="2716258406" sldId="275"/>
            <ac:picMk id="3" creationId="{6B6BAA22-93D4-E6EE-63F1-B8EF581AB605}"/>
          </ac:picMkLst>
        </pc:picChg>
        <pc:picChg chg="add mod">
          <ac:chgData name="Luis Mañez" userId="51ced5b0-8f60-4d5e-8aa2-35e6d7db6606" providerId="ADAL" clId="{EF09C893-0D67-477D-9E98-55F14A25B3EF}" dt="2026-10-16T21:40:26.748" v="168" actId="1076"/>
          <ac:picMkLst>
            <pc:docMk/>
            <pc:sldMk cId="2716258406" sldId="275"/>
            <ac:picMk id="5" creationId="{791F356C-DD37-A2BE-5C6F-4B702018DC3F}"/>
          </ac:picMkLst>
        </pc:picChg>
      </pc:sldChg>
      <pc:sldChg chg="addSp modSp new mod">
        <pc:chgData name="Luis Mañez" userId="51ced5b0-8f60-4d5e-8aa2-35e6d7db6606" providerId="ADAL" clId="{EF09C893-0D67-477D-9E98-55F14A25B3EF}" dt="2026-10-17T07:10:14.214" v="179" actId="14100"/>
        <pc:sldMkLst>
          <pc:docMk/>
          <pc:sldMk cId="2928040206" sldId="276"/>
        </pc:sldMkLst>
        <pc:picChg chg="add mod">
          <ac:chgData name="Luis Mañez" userId="51ced5b0-8f60-4d5e-8aa2-35e6d7db6606" providerId="ADAL" clId="{EF09C893-0D67-477D-9E98-55F14A25B3EF}" dt="2026-10-17T07:10:14.214" v="179" actId="14100"/>
          <ac:picMkLst>
            <pc:docMk/>
            <pc:sldMk cId="2928040206" sldId="276"/>
            <ac:picMk id="3" creationId="{D0AE6EC0-3BA3-536C-9759-160D3E1E6E49}"/>
          </ac:picMkLst>
        </pc:picChg>
      </pc:sldChg>
      <pc:sldChg chg="addSp modSp new mod">
        <pc:chgData name="Luis Mañez" userId="51ced5b0-8f60-4d5e-8aa2-35e6d7db6606" providerId="ADAL" clId="{EF09C893-0D67-477D-9E98-55F14A25B3EF}" dt="2026-10-17T07:19:51.808" v="183" actId="14100"/>
        <pc:sldMkLst>
          <pc:docMk/>
          <pc:sldMk cId="3331465763" sldId="277"/>
        </pc:sldMkLst>
        <pc:picChg chg="add mod">
          <ac:chgData name="Luis Mañez" userId="51ced5b0-8f60-4d5e-8aa2-35e6d7db6606" providerId="ADAL" clId="{EF09C893-0D67-477D-9E98-55F14A25B3EF}" dt="2026-10-17T07:19:51.808" v="183" actId="14100"/>
          <ac:picMkLst>
            <pc:docMk/>
            <pc:sldMk cId="3331465763" sldId="277"/>
            <ac:picMk id="3" creationId="{7CA9792B-914A-98B3-51E0-70199C6E133B}"/>
          </ac:picMkLst>
        </pc:picChg>
      </pc:sldChg>
      <pc:sldChg chg="addSp modSp new mod">
        <pc:chgData name="Luis Mañez" userId="51ced5b0-8f60-4d5e-8aa2-35e6d7db6606" providerId="ADAL" clId="{EF09C893-0D67-477D-9E98-55F14A25B3EF}" dt="2026-10-17T07:27:49.147" v="187" actId="14100"/>
        <pc:sldMkLst>
          <pc:docMk/>
          <pc:sldMk cId="3215267368" sldId="278"/>
        </pc:sldMkLst>
        <pc:picChg chg="add mod">
          <ac:chgData name="Luis Mañez" userId="51ced5b0-8f60-4d5e-8aa2-35e6d7db6606" providerId="ADAL" clId="{EF09C893-0D67-477D-9E98-55F14A25B3EF}" dt="2026-10-17T07:27:49.147" v="187" actId="14100"/>
          <ac:picMkLst>
            <pc:docMk/>
            <pc:sldMk cId="3215267368" sldId="278"/>
            <ac:picMk id="3" creationId="{72B077AE-D7EC-360D-B9EE-D7191C27C2B6}"/>
          </ac:picMkLst>
        </pc:picChg>
      </pc:sldChg>
      <pc:sldChg chg="addSp modSp new mod">
        <pc:chgData name="Luis Mañez" userId="51ced5b0-8f60-4d5e-8aa2-35e6d7db6606" providerId="ADAL" clId="{EF09C893-0D67-477D-9E98-55F14A25B3EF}" dt="2026-10-17T07:37:31.066" v="191" actId="14100"/>
        <pc:sldMkLst>
          <pc:docMk/>
          <pc:sldMk cId="1054240536" sldId="279"/>
        </pc:sldMkLst>
        <pc:picChg chg="add mod">
          <ac:chgData name="Luis Mañez" userId="51ced5b0-8f60-4d5e-8aa2-35e6d7db6606" providerId="ADAL" clId="{EF09C893-0D67-477D-9E98-55F14A25B3EF}" dt="2026-10-17T07:37:31.066" v="191" actId="14100"/>
          <ac:picMkLst>
            <pc:docMk/>
            <pc:sldMk cId="1054240536" sldId="279"/>
            <ac:picMk id="3" creationId="{DE99BBF9-9893-D7A8-4B03-1AFCC7FECCB4}"/>
          </ac:picMkLst>
        </pc:picChg>
      </pc:sldChg>
      <pc:sldChg chg="addSp modSp new mod">
        <pc:chgData name="Luis Mañez" userId="51ced5b0-8f60-4d5e-8aa2-35e6d7db6606" providerId="ADAL" clId="{EF09C893-0D67-477D-9E98-55F14A25B3EF}" dt="2026-10-17T07:46:26.044" v="195" actId="14100"/>
        <pc:sldMkLst>
          <pc:docMk/>
          <pc:sldMk cId="2376693425" sldId="280"/>
        </pc:sldMkLst>
        <pc:picChg chg="add mod">
          <ac:chgData name="Luis Mañez" userId="51ced5b0-8f60-4d5e-8aa2-35e6d7db6606" providerId="ADAL" clId="{EF09C893-0D67-477D-9E98-55F14A25B3EF}" dt="2026-10-17T07:46:26.044" v="195" actId="14100"/>
          <ac:picMkLst>
            <pc:docMk/>
            <pc:sldMk cId="2376693425" sldId="280"/>
            <ac:picMk id="3" creationId="{12A1DC93-5772-C94C-C73D-B8950A929DD9}"/>
          </ac:picMkLst>
        </pc:picChg>
      </pc:sldChg>
      <pc:sldChg chg="addSp modSp new mod">
        <pc:chgData name="Luis Mañez" userId="51ced5b0-8f60-4d5e-8aa2-35e6d7db6606" providerId="ADAL" clId="{EF09C893-0D67-477D-9E98-55F14A25B3EF}" dt="2026-10-17T09:34:15.564" v="199" actId="14100"/>
        <pc:sldMkLst>
          <pc:docMk/>
          <pc:sldMk cId="1697664317" sldId="281"/>
        </pc:sldMkLst>
        <pc:picChg chg="add mod">
          <ac:chgData name="Luis Mañez" userId="51ced5b0-8f60-4d5e-8aa2-35e6d7db6606" providerId="ADAL" clId="{EF09C893-0D67-477D-9E98-55F14A25B3EF}" dt="2026-10-17T09:34:15.564" v="199" actId="14100"/>
          <ac:picMkLst>
            <pc:docMk/>
            <pc:sldMk cId="1697664317" sldId="281"/>
            <ac:picMk id="3" creationId="{0996E51F-58AA-F25C-3E1A-3EE5DAFA47BF}"/>
          </ac:picMkLst>
        </pc:picChg>
      </pc:sldChg>
      <pc:sldChg chg="addSp modSp new mod">
        <pc:chgData name="Luis Mañez" userId="51ced5b0-8f60-4d5e-8aa2-35e6d7db6606" providerId="ADAL" clId="{EF09C893-0D67-477D-9E98-55F14A25B3EF}" dt="2026-10-17T09:35:54.495" v="203" actId="14100"/>
        <pc:sldMkLst>
          <pc:docMk/>
          <pc:sldMk cId="1895382918" sldId="282"/>
        </pc:sldMkLst>
        <pc:picChg chg="add mod">
          <ac:chgData name="Luis Mañez" userId="51ced5b0-8f60-4d5e-8aa2-35e6d7db6606" providerId="ADAL" clId="{EF09C893-0D67-477D-9E98-55F14A25B3EF}" dt="2026-10-17T09:35:54.495" v="203" actId="14100"/>
          <ac:picMkLst>
            <pc:docMk/>
            <pc:sldMk cId="1895382918" sldId="282"/>
            <ac:picMk id="3" creationId="{CD18D344-77DD-0FDE-74ED-95D3A2F3CA17}"/>
          </ac:picMkLst>
        </pc:picChg>
      </pc:sldChg>
      <pc:sldChg chg="new">
        <pc:chgData name="Luis Mañez" userId="51ced5b0-8f60-4d5e-8aa2-35e6d7db6606" providerId="ADAL" clId="{EF09C893-0D67-477D-9E98-55F14A25B3EF}" dt="2026-10-17T10:11:17.739" v="204" actId="680"/>
        <pc:sldMkLst>
          <pc:docMk/>
          <pc:sldMk cId="1871504979" sldId="283"/>
        </pc:sldMkLst>
      </pc:sldChg>
    </pc:docChg>
  </pc:docChgLst>
  <pc:docChgLst>
    <pc:chgData name="Luis Mañez" userId="51ced5b0-8f60-4d5e-8aa2-35e6d7db6606" providerId="ADAL" clId="{4E8799C5-BBC1-593E-90FA-B7C27971B548}"/>
    <pc:docChg chg="undo custSel addSld delSld modSld sldOrd">
      <pc:chgData name="Luis Mañez" userId="51ced5b0-8f60-4d5e-8aa2-35e6d7db6606" providerId="ADAL" clId="{4E8799C5-BBC1-593E-90FA-B7C27971B548}" dt="2026-10-18T21:08:45.118" v="369" actId="1076"/>
      <pc:docMkLst>
        <pc:docMk/>
      </pc:docMkLst>
      <pc:sldChg chg="addSp modSp mod">
        <pc:chgData name="Luis Mañez" userId="51ced5b0-8f60-4d5e-8aa2-35e6d7db6606" providerId="ADAL" clId="{4E8799C5-BBC1-593E-90FA-B7C27971B548}" dt="2026-10-07T16:08:16.617" v="62" actId="14100"/>
        <pc:sldMkLst>
          <pc:docMk/>
          <pc:sldMk cId="0" sldId="256"/>
        </pc:sldMkLst>
        <pc:spChg chg="add mod">
          <ac:chgData name="Luis Mañez" userId="51ced5b0-8f60-4d5e-8aa2-35e6d7db6606" providerId="ADAL" clId="{4E8799C5-BBC1-593E-90FA-B7C27971B548}" dt="2026-10-07T16:08:16.617" v="62" actId="14100"/>
          <ac:spMkLst>
            <pc:docMk/>
            <pc:sldMk cId="0" sldId="256"/>
            <ac:spMk id="2" creationId="{A5232A3A-C575-8161-4394-E072DF4270FA}"/>
          </ac:spMkLst>
        </pc:spChg>
      </pc:sldChg>
      <pc:sldChg chg="addSp delSp modSp mod">
        <pc:chgData name="Luis Mañez" userId="51ced5b0-8f60-4d5e-8aa2-35e6d7db6606" providerId="ADAL" clId="{4E8799C5-BBC1-593E-90FA-B7C27971B548}" dt="2026-10-07T16:03:25.612" v="9" actId="20577"/>
        <pc:sldMkLst>
          <pc:docMk/>
          <pc:sldMk cId="0" sldId="257"/>
        </pc:sldMkLst>
      </pc:sldChg>
      <pc:sldChg chg="add">
        <pc:chgData name="Luis Mañez" userId="51ced5b0-8f60-4d5e-8aa2-35e6d7db6606" providerId="ADAL" clId="{4E8799C5-BBC1-593E-90FA-B7C27971B548}" dt="2026-10-07T16:12:33.415" v="64"/>
        <pc:sldMkLst>
          <pc:docMk/>
          <pc:sldMk cId="217897038" sldId="258"/>
        </pc:sldMkLst>
      </pc:sldChg>
      <pc:sldChg chg="addSp modSp mod ord modShow">
        <pc:chgData name="Luis Mañez" userId="51ced5b0-8f60-4d5e-8aa2-35e6d7db6606" providerId="ADAL" clId="{4E8799C5-BBC1-593E-90FA-B7C27971B548}" dt="2026-10-18T20:29:11.571" v="229" actId="1076"/>
        <pc:sldMkLst>
          <pc:docMk/>
          <pc:sldMk cId="0" sldId="260"/>
        </pc:sldMkLst>
        <pc:picChg chg="add mod">
          <ac:chgData name="Luis Mañez" userId="51ced5b0-8f60-4d5e-8aa2-35e6d7db6606" providerId="ADAL" clId="{4E8799C5-BBC1-593E-90FA-B7C27971B548}" dt="2026-10-18T20:28:48.131" v="224" actId="1076"/>
          <ac:picMkLst>
            <pc:docMk/>
            <pc:sldMk cId="0" sldId="260"/>
            <ac:picMk id="2" creationId="{CF4B4F6A-02EF-F8C7-849F-2079EEF0D1DC}"/>
          </ac:picMkLst>
        </pc:picChg>
        <pc:picChg chg="add mod modCrop">
          <ac:chgData name="Luis Mañez" userId="51ced5b0-8f60-4d5e-8aa2-35e6d7db6606" providerId="ADAL" clId="{4E8799C5-BBC1-593E-90FA-B7C27971B548}" dt="2026-10-18T20:29:11.571" v="229" actId="1076"/>
          <ac:picMkLst>
            <pc:docMk/>
            <pc:sldMk cId="0" sldId="260"/>
            <ac:picMk id="3" creationId="{755BC5A5-CEAF-69C3-875B-58F7195A071C}"/>
          </ac:picMkLst>
        </pc:picChg>
        <pc:picChg chg="mod">
          <ac:chgData name="Luis Mañez" userId="51ced5b0-8f60-4d5e-8aa2-35e6d7db6606" providerId="ADAL" clId="{4E8799C5-BBC1-593E-90FA-B7C27971B548}" dt="2026-10-18T20:29:08.757" v="228" actId="1076"/>
          <ac:picMkLst>
            <pc:docMk/>
            <pc:sldMk cId="0" sldId="260"/>
            <ac:picMk id="9" creationId="{52D05A79-A20C-C846-7E7C-062CD2CA0D69}"/>
          </ac:picMkLst>
        </pc:picChg>
      </pc:sldChg>
      <pc:sldChg chg="delSp modSp del mod ord">
        <pc:chgData name="Luis Mañez" userId="51ced5b0-8f60-4d5e-8aa2-35e6d7db6606" providerId="ADAL" clId="{4E8799C5-BBC1-593E-90FA-B7C27971B548}" dt="2026-10-18T21:07:39.182" v="362" actId="2696"/>
        <pc:sldMkLst>
          <pc:docMk/>
          <pc:sldMk cId="0" sldId="262"/>
        </pc:sldMkLst>
        <pc:spChg chg="mod">
          <ac:chgData name="Luis Mañez" userId="51ced5b0-8f60-4d5e-8aa2-35e6d7db6606" providerId="ADAL" clId="{4E8799C5-BBC1-593E-90FA-B7C27971B548}" dt="2026-10-18T10:05:22.196" v="213" actId="403"/>
          <ac:spMkLst>
            <pc:docMk/>
            <pc:sldMk cId="0" sldId="262"/>
            <ac:spMk id="254" creationId="{00000000-0000-0000-0000-000000000000}"/>
          </ac:spMkLst>
        </pc:spChg>
        <pc:cxnChg chg="del">
          <ac:chgData name="Luis Mañez" userId="51ced5b0-8f60-4d5e-8aa2-35e6d7db6606" providerId="ADAL" clId="{4E8799C5-BBC1-593E-90FA-B7C27971B548}" dt="2026-10-18T10:04:07.228" v="204" actId="478"/>
          <ac:cxnSpMkLst>
            <pc:docMk/>
            <pc:sldMk cId="0" sldId="262"/>
            <ac:cxnSpMk id="249" creationId="{00000000-0000-0000-0000-000000000000}"/>
          </ac:cxnSpMkLst>
        </pc:cxnChg>
        <pc:cxnChg chg="del">
          <ac:chgData name="Luis Mañez" userId="51ced5b0-8f60-4d5e-8aa2-35e6d7db6606" providerId="ADAL" clId="{4E8799C5-BBC1-593E-90FA-B7C27971B548}" dt="2026-10-18T10:04:09.818" v="205" actId="478"/>
          <ac:cxnSpMkLst>
            <pc:docMk/>
            <pc:sldMk cId="0" sldId="262"/>
            <ac:cxnSpMk id="251" creationId="{00000000-0000-0000-0000-000000000000}"/>
          </ac:cxnSpMkLst>
        </pc:cxnChg>
      </pc:sldChg>
      <pc:sldChg chg="addSp delSp modSp new mod setBg">
        <pc:chgData name="Luis Mañez" userId="51ced5b0-8f60-4d5e-8aa2-35e6d7db6606" providerId="ADAL" clId="{4E8799C5-BBC1-593E-90FA-B7C27971B548}" dt="2026-10-14T19:11:17.146" v="81" actId="14100"/>
        <pc:sldMkLst>
          <pc:docMk/>
          <pc:sldMk cId="4064533209" sldId="268"/>
        </pc:sldMkLst>
        <pc:picChg chg="add mod">
          <ac:chgData name="Luis Mañez" userId="51ced5b0-8f60-4d5e-8aa2-35e6d7db6606" providerId="ADAL" clId="{4E8799C5-BBC1-593E-90FA-B7C27971B548}" dt="2026-10-14T19:11:17.146" v="81" actId="14100"/>
          <ac:picMkLst>
            <pc:docMk/>
            <pc:sldMk cId="4064533209" sldId="268"/>
            <ac:picMk id="6" creationId="{014A0912-D35F-1C58-9B1B-F2E6EBE0A7AB}"/>
          </ac:picMkLst>
        </pc:picChg>
      </pc:sldChg>
      <pc:sldChg chg="addSp delSp modSp mod">
        <pc:chgData name="Luis Mañez" userId="51ced5b0-8f60-4d5e-8aa2-35e6d7db6606" providerId="ADAL" clId="{4E8799C5-BBC1-593E-90FA-B7C27971B548}" dt="2026-10-18T20:59:34.839" v="357" actId="9405"/>
        <pc:sldMkLst>
          <pc:docMk/>
          <pc:sldMk cId="1697664317" sldId="281"/>
        </pc:sldMkLst>
        <pc:spChg chg="add del mod">
          <ac:chgData name="Luis Mañez" userId="51ced5b0-8f60-4d5e-8aa2-35e6d7db6606" providerId="ADAL" clId="{4E8799C5-BBC1-593E-90FA-B7C27971B548}" dt="2026-10-18T20:58:43.552" v="352" actId="478"/>
          <ac:spMkLst>
            <pc:docMk/>
            <pc:sldMk cId="1697664317" sldId="281"/>
            <ac:spMk id="2" creationId="{5D00F16F-5518-A6A0-FEA2-E584E7769F2A}"/>
          </ac:spMkLst>
        </pc:spChg>
        <pc:inkChg chg="add">
          <ac:chgData name="Luis Mañez" userId="51ced5b0-8f60-4d5e-8aa2-35e6d7db6606" providerId="ADAL" clId="{4E8799C5-BBC1-593E-90FA-B7C27971B548}" dt="2026-10-18T20:58:09.309" v="349" actId="9405"/>
          <ac:inkMkLst>
            <pc:docMk/>
            <pc:sldMk cId="1697664317" sldId="281"/>
            <ac:inkMk id="4" creationId="{0F6490DA-027D-430A-3548-6DF5CE235847}"/>
          </ac:inkMkLst>
        </pc:inkChg>
        <pc:inkChg chg="add">
          <ac:chgData name="Luis Mañez" userId="51ced5b0-8f60-4d5e-8aa2-35e6d7db6606" providerId="ADAL" clId="{4E8799C5-BBC1-593E-90FA-B7C27971B548}" dt="2026-10-18T20:58:27.676" v="350" actId="9405"/>
          <ac:inkMkLst>
            <pc:docMk/>
            <pc:sldMk cId="1697664317" sldId="281"/>
            <ac:inkMk id="5" creationId="{32628723-559B-DBE6-0457-51E9ED0BD8CC}"/>
          </ac:inkMkLst>
        </pc:inkChg>
        <pc:inkChg chg="add del">
          <ac:chgData name="Luis Mañez" userId="51ced5b0-8f60-4d5e-8aa2-35e6d7db6606" providerId="ADAL" clId="{4E8799C5-BBC1-593E-90FA-B7C27971B548}" dt="2026-10-18T20:58:50.465" v="353" actId="478"/>
          <ac:inkMkLst>
            <pc:docMk/>
            <pc:sldMk cId="1697664317" sldId="281"/>
            <ac:inkMk id="6" creationId="{AD8EA4CA-DF58-68D9-6758-74FCEBD7F4F1}"/>
          </ac:inkMkLst>
        </pc:inkChg>
        <pc:inkChg chg="add">
          <ac:chgData name="Luis Mañez" userId="51ced5b0-8f60-4d5e-8aa2-35e6d7db6606" providerId="ADAL" clId="{4E8799C5-BBC1-593E-90FA-B7C27971B548}" dt="2026-10-18T20:59:04.951" v="354" actId="9405"/>
          <ac:inkMkLst>
            <pc:docMk/>
            <pc:sldMk cId="1697664317" sldId="281"/>
            <ac:inkMk id="7" creationId="{7E8F317E-D512-2023-7ECD-C4A63431515D}"/>
          </ac:inkMkLst>
        </pc:inkChg>
        <pc:inkChg chg="add">
          <ac:chgData name="Luis Mañez" userId="51ced5b0-8f60-4d5e-8aa2-35e6d7db6606" providerId="ADAL" clId="{4E8799C5-BBC1-593E-90FA-B7C27971B548}" dt="2026-10-18T20:59:12.955" v="355" actId="9405"/>
          <ac:inkMkLst>
            <pc:docMk/>
            <pc:sldMk cId="1697664317" sldId="281"/>
            <ac:inkMk id="8" creationId="{499E49D7-51A9-08B5-94AA-AAB57D69A0E9}"/>
          </ac:inkMkLst>
        </pc:inkChg>
        <pc:inkChg chg="add">
          <ac:chgData name="Luis Mañez" userId="51ced5b0-8f60-4d5e-8aa2-35e6d7db6606" providerId="ADAL" clId="{4E8799C5-BBC1-593E-90FA-B7C27971B548}" dt="2026-10-18T20:59:26.939" v="356" actId="9405"/>
          <ac:inkMkLst>
            <pc:docMk/>
            <pc:sldMk cId="1697664317" sldId="281"/>
            <ac:inkMk id="9" creationId="{5EA80A88-DA17-9B28-AD75-44118CC795AF}"/>
          </ac:inkMkLst>
        </pc:inkChg>
        <pc:inkChg chg="add">
          <ac:chgData name="Luis Mañez" userId="51ced5b0-8f60-4d5e-8aa2-35e6d7db6606" providerId="ADAL" clId="{4E8799C5-BBC1-593E-90FA-B7C27971B548}" dt="2026-10-18T20:59:34.839" v="357" actId="9405"/>
          <ac:inkMkLst>
            <pc:docMk/>
            <pc:sldMk cId="1697664317" sldId="281"/>
            <ac:inkMk id="10" creationId="{417E1AFE-F847-B73C-428F-7098420D819D}"/>
          </ac:inkMkLst>
        </pc:inkChg>
      </pc:sldChg>
      <pc:sldChg chg="addSp mod">
        <pc:chgData name="Luis Mañez" userId="51ced5b0-8f60-4d5e-8aa2-35e6d7db6606" providerId="ADAL" clId="{4E8799C5-BBC1-593E-90FA-B7C27971B548}" dt="2026-10-18T21:01:12.682" v="361" actId="9405"/>
        <pc:sldMkLst>
          <pc:docMk/>
          <pc:sldMk cId="1895382918" sldId="282"/>
        </pc:sldMkLst>
        <pc:inkChg chg="add">
          <ac:chgData name="Luis Mañez" userId="51ced5b0-8f60-4d5e-8aa2-35e6d7db6606" providerId="ADAL" clId="{4E8799C5-BBC1-593E-90FA-B7C27971B548}" dt="2026-10-18T20:59:45.294" v="358" actId="9405"/>
          <ac:inkMkLst>
            <pc:docMk/>
            <pc:sldMk cId="1895382918" sldId="282"/>
            <ac:inkMk id="2" creationId="{869A94A9-64D6-EB66-A54C-5AA8C83068AB}"/>
          </ac:inkMkLst>
        </pc:inkChg>
        <pc:inkChg chg="add">
          <ac:chgData name="Luis Mañez" userId="51ced5b0-8f60-4d5e-8aa2-35e6d7db6606" providerId="ADAL" clId="{4E8799C5-BBC1-593E-90FA-B7C27971B548}" dt="2026-10-18T21:00:00.601" v="359" actId="9405"/>
          <ac:inkMkLst>
            <pc:docMk/>
            <pc:sldMk cId="1895382918" sldId="282"/>
            <ac:inkMk id="4" creationId="{2D8B35DF-3B79-9501-8B3B-E96AC357F180}"/>
          </ac:inkMkLst>
        </pc:inkChg>
        <pc:inkChg chg="add">
          <ac:chgData name="Luis Mañez" userId="51ced5b0-8f60-4d5e-8aa2-35e6d7db6606" providerId="ADAL" clId="{4E8799C5-BBC1-593E-90FA-B7C27971B548}" dt="2026-10-18T21:00:10.748" v="360" actId="9405"/>
          <ac:inkMkLst>
            <pc:docMk/>
            <pc:sldMk cId="1895382918" sldId="282"/>
            <ac:inkMk id="5" creationId="{520527EA-06B0-7B6C-8802-D99042473D63}"/>
          </ac:inkMkLst>
        </pc:inkChg>
        <pc:inkChg chg="add">
          <ac:chgData name="Luis Mañez" userId="51ced5b0-8f60-4d5e-8aa2-35e6d7db6606" providerId="ADAL" clId="{4E8799C5-BBC1-593E-90FA-B7C27971B548}" dt="2026-10-18T21:01:12.682" v="361" actId="9405"/>
          <ac:inkMkLst>
            <pc:docMk/>
            <pc:sldMk cId="1895382918" sldId="282"/>
            <ac:inkMk id="6" creationId="{33E46938-CDD7-790B-4121-9B196ECA62D3}"/>
          </ac:inkMkLst>
        </pc:inkChg>
      </pc:sldChg>
      <pc:sldChg chg="addSp delSp modSp mod">
        <pc:chgData name="Luis Mañez" userId="51ced5b0-8f60-4d5e-8aa2-35e6d7db6606" providerId="ADAL" clId="{4E8799C5-BBC1-593E-90FA-B7C27971B548}" dt="2026-10-17T19:28:30.820" v="99" actId="14100"/>
        <pc:sldMkLst>
          <pc:docMk/>
          <pc:sldMk cId="1871504979" sldId="283"/>
        </pc:sldMkLst>
        <pc:picChg chg="add del">
          <ac:chgData name="Luis Mañez" userId="51ced5b0-8f60-4d5e-8aa2-35e6d7db6606" providerId="ADAL" clId="{4E8799C5-BBC1-593E-90FA-B7C27971B548}" dt="2026-10-17T19:26:48.842" v="90" actId="478"/>
          <ac:picMkLst>
            <pc:docMk/>
            <pc:sldMk cId="1871504979" sldId="283"/>
            <ac:picMk id="2" creationId="{25B27C98-F93C-590A-AB36-9334EEAA3D75}"/>
          </ac:picMkLst>
        </pc:picChg>
        <pc:picChg chg="add del mod">
          <ac:chgData name="Luis Mañez" userId="51ced5b0-8f60-4d5e-8aa2-35e6d7db6606" providerId="ADAL" clId="{4E8799C5-BBC1-593E-90FA-B7C27971B548}" dt="2026-10-17T19:27:30.981" v="96" actId="478"/>
          <ac:picMkLst>
            <pc:docMk/>
            <pc:sldMk cId="1871504979" sldId="283"/>
            <ac:picMk id="3" creationId="{DBF28164-6777-419F-0FEB-00654DCD1A9C}"/>
          </ac:picMkLst>
        </pc:picChg>
        <pc:picChg chg="add mod">
          <ac:chgData name="Luis Mañez" userId="51ced5b0-8f60-4d5e-8aa2-35e6d7db6606" providerId="ADAL" clId="{4E8799C5-BBC1-593E-90FA-B7C27971B548}" dt="2026-10-17T19:28:30.820" v="99" actId="14100"/>
          <ac:picMkLst>
            <pc:docMk/>
            <pc:sldMk cId="1871504979" sldId="283"/>
            <ac:picMk id="5" creationId="{B6CFFC4E-053F-F4E6-E4BF-E44DB0D7679D}"/>
          </ac:picMkLst>
        </pc:picChg>
      </pc:sldChg>
      <pc:sldChg chg="addSp modSp new mod">
        <pc:chgData name="Luis Mañez" userId="51ced5b0-8f60-4d5e-8aa2-35e6d7db6606" providerId="ADAL" clId="{4E8799C5-BBC1-593E-90FA-B7C27971B548}" dt="2026-10-18T07:44:00.466" v="183" actId="207"/>
        <pc:sldMkLst>
          <pc:docMk/>
          <pc:sldMk cId="1900666728" sldId="284"/>
        </pc:sldMkLst>
        <pc:spChg chg="add mod">
          <ac:chgData name="Luis Mañez" userId="51ced5b0-8f60-4d5e-8aa2-35e6d7db6606" providerId="ADAL" clId="{4E8799C5-BBC1-593E-90FA-B7C27971B548}" dt="2026-10-18T07:44:00.466" v="183" actId="207"/>
          <ac:spMkLst>
            <pc:docMk/>
            <pc:sldMk cId="1900666728" sldId="284"/>
            <ac:spMk id="3" creationId="{BDAE91C3-491A-526A-BB63-01DEFEB39060}"/>
          </ac:spMkLst>
        </pc:spChg>
        <pc:picChg chg="add mod">
          <ac:chgData name="Luis Mañez" userId="51ced5b0-8f60-4d5e-8aa2-35e6d7db6606" providerId="ADAL" clId="{4E8799C5-BBC1-593E-90FA-B7C27971B548}" dt="2026-10-17T19:53:12.293" v="103" actId="14100"/>
          <ac:picMkLst>
            <pc:docMk/>
            <pc:sldMk cId="1900666728" sldId="284"/>
            <ac:picMk id="2" creationId="{6B83671D-7210-1C14-3176-EB2465446263}"/>
          </ac:picMkLst>
        </pc:picChg>
      </pc:sldChg>
      <pc:sldChg chg="addSp modSp new mod">
        <pc:chgData name="Luis Mañez" userId="51ced5b0-8f60-4d5e-8aa2-35e6d7db6606" providerId="ADAL" clId="{4E8799C5-BBC1-593E-90FA-B7C27971B548}" dt="2026-10-17T20:40:12.834" v="153" actId="14100"/>
        <pc:sldMkLst>
          <pc:docMk/>
          <pc:sldMk cId="3456581977" sldId="285"/>
        </pc:sldMkLst>
        <pc:picChg chg="add mod">
          <ac:chgData name="Luis Mañez" userId="51ced5b0-8f60-4d5e-8aa2-35e6d7db6606" providerId="ADAL" clId="{4E8799C5-BBC1-593E-90FA-B7C27971B548}" dt="2026-10-17T20:40:12.834" v="153" actId="14100"/>
          <ac:picMkLst>
            <pc:docMk/>
            <pc:sldMk cId="3456581977" sldId="285"/>
            <ac:picMk id="2" creationId="{8221D0AF-63EA-C24A-4AA9-29CF0D7C174C}"/>
          </ac:picMkLst>
        </pc:picChg>
      </pc:sldChg>
      <pc:sldChg chg="addSp modSp new mod setBg">
        <pc:chgData name="Luis Mañez" userId="51ced5b0-8f60-4d5e-8aa2-35e6d7db6606" providerId="ADAL" clId="{4E8799C5-BBC1-593E-90FA-B7C27971B548}" dt="2026-10-17T20:48:41.828" v="156" actId="26606"/>
        <pc:sldMkLst>
          <pc:docMk/>
          <pc:sldMk cId="3279979154" sldId="286"/>
        </pc:sldMkLst>
        <pc:spChg chg="add">
          <ac:chgData name="Luis Mañez" userId="51ced5b0-8f60-4d5e-8aa2-35e6d7db6606" providerId="ADAL" clId="{4E8799C5-BBC1-593E-90FA-B7C27971B548}" dt="2026-10-17T20:48:41.828" v="156" actId="26606"/>
          <ac:spMkLst>
            <pc:docMk/>
            <pc:sldMk cId="3279979154" sldId="286"/>
            <ac:spMk id="7" creationId="{42A4FC2C-047E-45A5-965D-8E1E3BF09BC6}"/>
          </ac:spMkLst>
        </pc:spChg>
        <pc:picChg chg="add mod">
          <ac:chgData name="Luis Mañez" userId="51ced5b0-8f60-4d5e-8aa2-35e6d7db6606" providerId="ADAL" clId="{4E8799C5-BBC1-593E-90FA-B7C27971B548}" dt="2026-10-17T20:48:41.828" v="156" actId="26606"/>
          <ac:picMkLst>
            <pc:docMk/>
            <pc:sldMk cId="3279979154" sldId="286"/>
            <ac:picMk id="2" creationId="{1B450B0F-0589-CA89-EB17-5EE82C58AF45}"/>
          </ac:picMkLst>
        </pc:picChg>
      </pc:sldChg>
      <pc:sldChg chg="addSp modSp new mod">
        <pc:chgData name="Luis Mañez" userId="51ced5b0-8f60-4d5e-8aa2-35e6d7db6606" providerId="ADAL" clId="{4E8799C5-BBC1-593E-90FA-B7C27971B548}" dt="2026-10-17T20:52:28.752" v="160" actId="14100"/>
        <pc:sldMkLst>
          <pc:docMk/>
          <pc:sldMk cId="2936413873" sldId="287"/>
        </pc:sldMkLst>
        <pc:picChg chg="add mod">
          <ac:chgData name="Luis Mañez" userId="51ced5b0-8f60-4d5e-8aa2-35e6d7db6606" providerId="ADAL" clId="{4E8799C5-BBC1-593E-90FA-B7C27971B548}" dt="2026-10-17T20:52:28.752" v="160" actId="14100"/>
          <ac:picMkLst>
            <pc:docMk/>
            <pc:sldMk cId="2936413873" sldId="287"/>
            <ac:picMk id="2" creationId="{BD5D24AE-9C2C-AB8A-E2E9-0B5C98BAF8ED}"/>
          </ac:picMkLst>
        </pc:picChg>
      </pc:sldChg>
      <pc:sldChg chg="addSp modSp new mod ord">
        <pc:chgData name="Luis Mañez" userId="51ced5b0-8f60-4d5e-8aa2-35e6d7db6606" providerId="ADAL" clId="{4E8799C5-BBC1-593E-90FA-B7C27971B548}" dt="2026-10-18T09:12:08.292" v="184" actId="20578"/>
        <pc:sldMkLst>
          <pc:docMk/>
          <pc:sldMk cId="2407128364" sldId="288"/>
        </pc:sldMkLst>
        <pc:picChg chg="add mod">
          <ac:chgData name="Luis Mañez" userId="51ced5b0-8f60-4d5e-8aa2-35e6d7db6606" providerId="ADAL" clId="{4E8799C5-BBC1-593E-90FA-B7C27971B548}" dt="2026-10-17T21:00:07.732" v="164" actId="14100"/>
          <ac:picMkLst>
            <pc:docMk/>
            <pc:sldMk cId="2407128364" sldId="288"/>
            <ac:picMk id="2" creationId="{2421E242-C5B1-A499-C29D-6A11B45523E2}"/>
          </ac:picMkLst>
        </pc:picChg>
      </pc:sldChg>
      <pc:sldChg chg="addSp delSp modSp new mod">
        <pc:chgData name="Luis Mañez" userId="51ced5b0-8f60-4d5e-8aa2-35e6d7db6606" providerId="ADAL" clId="{4E8799C5-BBC1-593E-90FA-B7C27971B548}" dt="2026-10-17T21:20:52.664" v="175" actId="14100"/>
        <pc:sldMkLst>
          <pc:docMk/>
          <pc:sldMk cId="76689350" sldId="289"/>
        </pc:sldMkLst>
        <pc:picChg chg="add del mod">
          <ac:chgData name="Luis Mañez" userId="51ced5b0-8f60-4d5e-8aa2-35e6d7db6606" providerId="ADAL" clId="{4E8799C5-BBC1-593E-90FA-B7C27971B548}" dt="2026-10-17T21:20:36.656" v="171" actId="478"/>
          <ac:picMkLst>
            <pc:docMk/>
            <pc:sldMk cId="76689350" sldId="289"/>
            <ac:picMk id="2" creationId="{BEE1432B-61B7-25CD-9277-F9FCB613959A}"/>
          </ac:picMkLst>
        </pc:picChg>
        <pc:picChg chg="add mod">
          <ac:chgData name="Luis Mañez" userId="51ced5b0-8f60-4d5e-8aa2-35e6d7db6606" providerId="ADAL" clId="{4E8799C5-BBC1-593E-90FA-B7C27971B548}" dt="2026-10-17T21:20:52.664" v="175" actId="14100"/>
          <ac:picMkLst>
            <pc:docMk/>
            <pc:sldMk cId="76689350" sldId="289"/>
            <ac:picMk id="3" creationId="{DEB973EF-2E46-8123-A5AC-D24D7A5F9BCD}"/>
          </ac:picMkLst>
        </pc:picChg>
      </pc:sldChg>
      <pc:sldChg chg="addSp modSp new mod">
        <pc:chgData name="Luis Mañez" userId="51ced5b0-8f60-4d5e-8aa2-35e6d7db6606" providerId="ADAL" clId="{4E8799C5-BBC1-593E-90FA-B7C27971B548}" dt="2026-10-17T21:32:51.654" v="178" actId="14100"/>
        <pc:sldMkLst>
          <pc:docMk/>
          <pc:sldMk cId="207358760" sldId="290"/>
        </pc:sldMkLst>
        <pc:picChg chg="add mod">
          <ac:chgData name="Luis Mañez" userId="51ced5b0-8f60-4d5e-8aa2-35e6d7db6606" providerId="ADAL" clId="{4E8799C5-BBC1-593E-90FA-B7C27971B548}" dt="2026-10-17T21:32:51.654" v="178" actId="14100"/>
          <ac:picMkLst>
            <pc:docMk/>
            <pc:sldMk cId="207358760" sldId="290"/>
            <ac:picMk id="2" creationId="{39BEBDE7-4159-2EA0-6BD2-3821D33EF2AB}"/>
          </ac:picMkLst>
        </pc:picChg>
      </pc:sldChg>
      <pc:sldChg chg="addSp delSp modSp new mod modAnim">
        <pc:chgData name="Luis Mañez" userId="51ced5b0-8f60-4d5e-8aa2-35e6d7db6606" providerId="ADAL" clId="{4E8799C5-BBC1-593E-90FA-B7C27971B548}" dt="2026-10-18T20:42:18.293" v="337"/>
        <pc:sldMkLst>
          <pc:docMk/>
          <pc:sldMk cId="2964134952" sldId="291"/>
        </pc:sldMkLst>
        <pc:spChg chg="add mod">
          <ac:chgData name="Luis Mañez" userId="51ced5b0-8f60-4d5e-8aa2-35e6d7db6606" providerId="ADAL" clId="{4E8799C5-BBC1-593E-90FA-B7C27971B548}" dt="2026-10-18T20:41:56.306" v="335" actId="164"/>
          <ac:spMkLst>
            <pc:docMk/>
            <pc:sldMk cId="2964134952" sldId="291"/>
            <ac:spMk id="6" creationId="{8C34A59B-1596-8DE7-3009-235E6977FF54}"/>
          </ac:spMkLst>
        </pc:spChg>
        <pc:spChg chg="add del mod">
          <ac:chgData name="Luis Mañez" userId="51ced5b0-8f60-4d5e-8aa2-35e6d7db6606" providerId="ADAL" clId="{4E8799C5-BBC1-593E-90FA-B7C27971B548}" dt="2026-10-18T20:40:35.166" v="328" actId="478"/>
          <ac:spMkLst>
            <pc:docMk/>
            <pc:sldMk cId="2964134952" sldId="291"/>
            <ac:spMk id="7" creationId="{2F9048AF-2DF0-8F81-DB37-D36100B1BB01}"/>
          </ac:spMkLst>
        </pc:spChg>
        <pc:grpChg chg="add mod">
          <ac:chgData name="Luis Mañez" userId="51ced5b0-8f60-4d5e-8aa2-35e6d7db6606" providerId="ADAL" clId="{4E8799C5-BBC1-593E-90FA-B7C27971B548}" dt="2026-10-18T20:42:04.345" v="336" actId="1076"/>
          <ac:grpSpMkLst>
            <pc:docMk/>
            <pc:sldMk cId="2964134952" sldId="291"/>
            <ac:grpSpMk id="9" creationId="{3EC60517-6208-2008-7090-7CF290311344}"/>
          </ac:grpSpMkLst>
        </pc:grpChg>
        <pc:picChg chg="add del mod">
          <ac:chgData name="Luis Mañez" userId="51ced5b0-8f60-4d5e-8aa2-35e6d7db6606" providerId="ADAL" clId="{4E8799C5-BBC1-593E-90FA-B7C27971B548}" dt="2026-10-18T20:24:05.642" v="214" actId="478"/>
          <ac:picMkLst>
            <pc:docMk/>
            <pc:sldMk cId="2964134952" sldId="291"/>
            <ac:picMk id="2" creationId="{277BBC0F-C06F-B02C-22E7-D9CDE0F97DCB}"/>
          </ac:picMkLst>
        </pc:picChg>
        <pc:picChg chg="add mod">
          <ac:chgData name="Luis Mañez" userId="51ced5b0-8f60-4d5e-8aa2-35e6d7db6606" providerId="ADAL" clId="{4E8799C5-BBC1-593E-90FA-B7C27971B548}" dt="2026-10-18T20:24:14.636" v="217" actId="14100"/>
          <ac:picMkLst>
            <pc:docMk/>
            <pc:sldMk cId="2964134952" sldId="291"/>
            <ac:picMk id="3" creationId="{C2401205-DA69-F7B7-3160-2243F17ACF4C}"/>
          </ac:picMkLst>
        </pc:picChg>
        <pc:picChg chg="add del mod">
          <ac:chgData name="Luis Mañez" userId="51ced5b0-8f60-4d5e-8aa2-35e6d7db6606" providerId="ADAL" clId="{4E8799C5-BBC1-593E-90FA-B7C27971B548}" dt="2026-10-18T20:28:41.837" v="222" actId="21"/>
          <ac:picMkLst>
            <pc:docMk/>
            <pc:sldMk cId="2964134952" sldId="291"/>
            <ac:picMk id="4" creationId="{EEF4F69A-8589-B55C-5D17-7C4A6F4E62D6}"/>
          </ac:picMkLst>
        </pc:picChg>
        <pc:picChg chg="add mod">
          <ac:chgData name="Luis Mañez" userId="51ced5b0-8f60-4d5e-8aa2-35e6d7db6606" providerId="ADAL" clId="{4E8799C5-BBC1-593E-90FA-B7C27971B548}" dt="2026-10-18T20:41:56.306" v="335" actId="164"/>
          <ac:picMkLst>
            <pc:docMk/>
            <pc:sldMk cId="2964134952" sldId="291"/>
            <ac:picMk id="5" creationId="{DBF0309F-9EFA-6CDF-B8C7-A23E94D89F68}"/>
          </ac:picMkLst>
        </pc:picChg>
        <pc:picChg chg="add mod modCrop">
          <ac:chgData name="Luis Mañez" userId="51ced5b0-8f60-4d5e-8aa2-35e6d7db6606" providerId="ADAL" clId="{4E8799C5-BBC1-593E-90FA-B7C27971B548}" dt="2026-10-18T20:41:56.306" v="335" actId="164"/>
          <ac:picMkLst>
            <pc:docMk/>
            <pc:sldMk cId="2964134952" sldId="291"/>
            <ac:picMk id="8" creationId="{A2D95DBE-DFEC-D735-FEF4-A306780158CF}"/>
          </ac:picMkLst>
        </pc:picChg>
      </pc:sldChg>
      <pc:sldChg chg="addSp modSp new mod">
        <pc:chgData name="Luis Mañez" userId="51ced5b0-8f60-4d5e-8aa2-35e6d7db6606" providerId="ADAL" clId="{4E8799C5-BBC1-593E-90FA-B7C27971B548}" dt="2026-10-18T10:00:53.381" v="188" actId="14100"/>
        <pc:sldMkLst>
          <pc:docMk/>
          <pc:sldMk cId="2764983135" sldId="292"/>
        </pc:sldMkLst>
        <pc:picChg chg="add mod">
          <ac:chgData name="Luis Mañez" userId="51ced5b0-8f60-4d5e-8aa2-35e6d7db6606" providerId="ADAL" clId="{4E8799C5-BBC1-593E-90FA-B7C27971B548}" dt="2026-10-18T10:00:53.381" v="188" actId="14100"/>
          <ac:picMkLst>
            <pc:docMk/>
            <pc:sldMk cId="2764983135" sldId="292"/>
            <ac:picMk id="2" creationId="{2C22379C-7EA4-2853-0CE8-81234BED1741}"/>
          </ac:picMkLst>
        </pc:picChg>
      </pc:sldChg>
      <pc:sldChg chg="new del">
        <pc:chgData name="Luis Mañez" userId="51ced5b0-8f60-4d5e-8aa2-35e6d7db6606" providerId="ADAL" clId="{4E8799C5-BBC1-593E-90FA-B7C27971B548}" dt="2026-10-18T10:03:04.169" v="193" actId="2696"/>
        <pc:sldMkLst>
          <pc:docMk/>
          <pc:sldMk cId="2705804390" sldId="293"/>
        </pc:sldMkLst>
      </pc:sldChg>
      <pc:sldChg chg="modSp add mod ord">
        <pc:chgData name="Luis Mañez" userId="51ced5b0-8f60-4d5e-8aa2-35e6d7db6606" providerId="ADAL" clId="{4E8799C5-BBC1-593E-90FA-B7C27971B548}" dt="2026-10-18T10:03:11.755" v="199" actId="20577"/>
        <pc:sldMkLst>
          <pc:docMk/>
          <pc:sldMk cId="1280336368" sldId="294"/>
        </pc:sldMkLst>
        <pc:spChg chg="mod">
          <ac:chgData name="Luis Mañez" userId="51ced5b0-8f60-4d5e-8aa2-35e6d7db6606" providerId="ADAL" clId="{4E8799C5-BBC1-593E-90FA-B7C27971B548}" dt="2026-10-18T10:03:11.755" v="199" actId="20577"/>
          <ac:spMkLst>
            <pc:docMk/>
            <pc:sldMk cId="1280336368" sldId="294"/>
            <ac:spMk id="3" creationId="{7395420C-A752-21E2-B694-B1EA85D3B929}"/>
          </ac:spMkLst>
        </pc:spChg>
      </pc:sldChg>
      <pc:sldChg chg="new del">
        <pc:chgData name="Luis Mañez" userId="51ced5b0-8f60-4d5e-8aa2-35e6d7db6606" providerId="ADAL" clId="{4E8799C5-BBC1-593E-90FA-B7C27971B548}" dt="2026-10-18T10:04:01.649" v="203" actId="2696"/>
        <pc:sldMkLst>
          <pc:docMk/>
          <pc:sldMk cId="3604042067" sldId="295"/>
        </pc:sldMkLst>
      </pc:sldChg>
      <pc:sldChg chg="add">
        <pc:chgData name="Luis Mañez" userId="51ced5b0-8f60-4d5e-8aa2-35e6d7db6606" providerId="ADAL" clId="{4E8799C5-BBC1-593E-90FA-B7C27971B548}" dt="2026-10-18T10:03:55.940" v="201" actId="2890"/>
        <pc:sldMkLst>
          <pc:docMk/>
          <pc:sldMk cId="2469058509" sldId="296"/>
        </pc:sldMkLst>
      </pc:sldChg>
      <pc:sldChg chg="addSp modSp new mod setBg">
        <pc:chgData name="Luis Mañez" userId="51ced5b0-8f60-4d5e-8aa2-35e6d7db6606" providerId="ADAL" clId="{4E8799C5-BBC1-593E-90FA-B7C27971B548}" dt="2026-10-18T21:08:45.118" v="369" actId="1076"/>
        <pc:sldMkLst>
          <pc:docMk/>
          <pc:sldMk cId="3605616944" sldId="297"/>
        </pc:sldMkLst>
        <pc:picChg chg="add mod">
          <ac:chgData name="Luis Mañez" userId="51ced5b0-8f60-4d5e-8aa2-35e6d7db6606" providerId="ADAL" clId="{4E8799C5-BBC1-593E-90FA-B7C27971B548}" dt="2026-10-18T21:08:45.118" v="369" actId="1076"/>
          <ac:picMkLst>
            <pc:docMk/>
            <pc:sldMk cId="3605616944" sldId="297"/>
            <ac:picMk id="2" creationId="{8EB82051-42DD-B815-8172-62B0D3595BC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8:09.3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10,'90'-1,"0"-1,-1 0,-4 1,-2-1,-10 1,-15 1,-5 0,7 0,0 0,-7 4,-2 0,48-3,-32 11,-8-6,-13 0,9 4,11-9,18 12,-14-11,-19 4,1 0,30-5,-5 4,-5-5,-25 0,0 0,10 0,8 0,-3 0,20 0,2 0,-24 0,4 0,-4 0,2 0,17 0,1 0,-8 0,0 0,21 0,-1 0,-15 0,-2 0,5 0,-1 0,-19 0,-5 0,32 0,-36-3,-2 0,11 2,12-5,-23 1,5 3,5 3,-13 1,39 4,-4 1,16 2,-36-4,0-1,-12 0,2-1,13-2,0-2,36 1,-8 0,-28 5,-11-4,16 4,-5-5,0 0,24 7,-36-2,1-1,41 5,-33-5,-3-1,-2-3,21 0,-13 0,18 0,-18 0,-5 0,39 0,-32 0,-6 0,3 0,33 0,-19-6,4 5,-51-9,-3 9,-7-3,15 4,5 0,9-5,-14 3,8-3,2 0,11 4,1-9,-20 9,-2-8,-23 4,7 0,-4 1,5 4,4 0,6 0,-16-4,3 3,0-3,-5 4,12-4,-10 3,0-3,16 0,-12 3,13-3,-7 4,-9 0,4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8:27.674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1 116,'82'7,"-9"-3,6 0,0 0,2 0,14 2,2 0,1-1,3 0,-15-3,3 0,-8 1,-5 1,0 0,8-3,8-2,-16 1,9 0,11 0,-39 0,-10 0,4 0,3 0,15 0,-17-4,6 3,-32-3,-3 4,-5 0,6 0,9 0,7 0,29 0,1 0,2 0,-8 0,-1 0,16 0,-1 0,15 0,-20 0,19 0,-38 0,0 0,35 0,-38 0,1 0,40 0,-14 0,20 0,-13 0,-1 0,-29 0,1 0,30 0,-35 0,-2 0,25 0,-2 0,2 0,-16 0,-1 0,-14 0,-4 0,23 0,14 0,19-7,-8 5,-23-1,1-1,-12 0,-2 1,4 2,-2 0,45-13,-32 13,-2-5,7 6,-27 0,35 0,-39 0,29-5,-40 4,-2-5,8 6,-6-5,6 4,8-9,-18 9,22-4,-21 5,37 0,-26 0,32-5,-15 4,-9-5,4 6,31-6,-28 5,47-12,-27 11,-4-5,-8 6,4 2,-7-1,1 0,18-4,5-1,11 4,1 0,-11-3,-1 0,6 4,-1 0,-13 0,-5 0,32 0,-15 4,5 0,-22-3,2 0,22 4,2-2,-5-2,0-2,6 1,-3 0,-22 1,-2-2,13-1,-8-2,-15 3,-3-5,-1 1,-13 3,23-3,-9 5,-5 0,1 0,22 0,-22 0,-2 0,0 0,1-5,-28 4,5-4,-7 5,1 0,34 0,1 0,20 0,-15 0,-8 0,-12 0,-6 0,-7 0,-12-4,5 3,0-3,8 4,2 0,-9 0,6 0,-10 0,12 0,-2 0,-3 0,11 0,-19 4,24-3,-12 8,16-8,-8 8,-6-8,-14 3,4-4,-2 0,7 0,-3 4,-2-3,1 3,19-9,-8 4,9-4,-23 5,-6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9:04.94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0 150,'72'0,"3"0,-1 0,2 0,-25 4,1-1,32-1,-10 11,-20-11,-2-2,11 6,0-5,3-2,24 1,-37 0,-1 0,41 0,-20 0,-19 0,15 0,-31 0,33 0,-28 0,27 0,-7 0,-7 0,11-6,-21 4,-1-4,-10 6,22 0,-23 0,64 0,-50 0,39-6,-2-3,-6 1,-23 1,-1 1,14 5,21-12,-34 6,22-1,-4-5,2 11,7-12,-1 5,16 0,-47 5,0 1,44 3,-22 0,-1 0,22 0,-6-4,0 0,-1 3,-32-3,-5 0,-7 4,2 0,-20 0,6 0,23 0,2 0,43 0,-41 0,0 0,-6 0,0 0,2 1,-2-2,34-5,-24 5,37-12,-37 11,24-5,-17 7,-9 0,-19 0,-12 0,-11 0,13 0,-6 0,19 6,-3 1,19 6,8 5,-10-5,8 10,-31-11,13 5,3 0,13-9,12 9,14-15,-4 3,9-5,-31 0,-12 0,-29 0,8 0,-8-4,1 3,-3-3,-2 4,15 0,-7 0,18-4,-13 3,7-3,-20 4,0 0,5 0,-7 0,16 0,-8 0,10 0,-2 0,5 0,-3 0,-2 0,-4 0,-9 0,0 0,-1 0,3 0,4 0,-7 0,2 0,5 0,-7 0,7 0,-8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9:12.953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0 199,'84'13,"-4"3,-18-14,3-2,-13 3,4 0,16-3,8 0,-5 0,-3-1,0 2,-3 1,4 1,1 0,-4-1,0 1,5 2,3 2,7 3,1-1,-2-1,-8-3,-2-2,1 0,3 0,13 3,3 1,0 0,-1-3,-5-2,-2-2,0-1,-2 0,-7 1,-2 0,1 0,2 0,10 0,4 0,-1 0,-2 0,-12 0,-3 1,1-1,3-1,-1 0,4-1,1 0,-1-1,-1 1,7-1,-1 0,0 0,3-1,-4 0,3-1,2 0,-2 0,-3-1,4 0,-2 0,-1 0,1 0,4 0,0 0,1 0,2-1,-11 0,2 0,1-1,-1 1,-3 1,7 2,-3 0,-1 1,1-1,6-3,1-2,-2 0,-7 4,-4 3,-6 3,1-3,5-3,0-3,0 3,-5 3,-1 3,0-3,-2-3,-2-1,0 1,22 4,-3 0,-7-3,-2 1,-11 3,-2 0,-1-3,-2-1,-3 3,-3 0,16-6,8 7,0 6,2-5,-28 6,40-7,-63 0,61 0,-46 0,-1 0,6 0,2 0,3 0,18 0,4 0,7-4,-2-1,-11 4,-4 0,-10-3,1 0,19 4,-2 0,19-8,-31 7,7 1,-9-1,26-8,-5 5,1 0,10-4,-39 3,-2 0,25-1,-27 6,1 0,25 0,-31-6,32 5,-19-3,2 1,-9 3,2 0,14 0,1 0,-14 0,-3 0,32 0,-9 0,10 0,-31-6,16 5,-9-5,19 6,-13 0,-15 0,3 0,32 0,-35 0,-2 0,22 0,-5 6,-25-5,17 10,-16-9,8 3,-18 0,16-4,-20 8,9-8,-20 3,-8-4,-3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9:26.937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2,'80'5,"10"-4,-50 4,58-5,-38 0,34 5,-3-4,-5 6,5 1,-15-7,3 0,0 2,5 1,-7-2,-2-1,-4-2,15 1,-6 0,11 0,-2 0,-50 0,-7 0,54 0,-26 0,3 0,1 0,5 0,-16 0,1 0,25 0,-1 0,-19 0,0 0,26 0,-9 0,9 0,-18 2,3 1,-1-1,27-1,1 0,-22 1,3 1,0-1,-4 1,-1 0,2-1,12-1,3 0,-2 0,-10 1,0 1,-1 0,5-3,0 0,-7 0,-7 0,-6 0,2 0,-4 0,20 0,-6 0,-47 0,-8 0,-2 0,2 0,15 0,30 0,4-6,-3 4,3-4,-27 6,13 0,-7 0,-2 0,8-5,-21 4,7-4,-19 5,1-5,25 3,-18-3,33-1,-24 0,16-2,-20 3,-7 5,-13 0,12-4,-9 3,16-3,-8 4,0 0,10 0,9 0,11 0,-9 0,-6 0,-23 0,0-4,10 3,-10-3,13 4,-11 0,0 0,8 0,-4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9:34.836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1 152,'76'0,"0"0,-10 0,2 0,29 0,5 0,-6-1,5 2,-9 2,6 2,5-1,-10-2,5-2,1 1,3 0,-12 1,3 0,1 2,-1-2,-2 0,-8-1,-1-1,0 0,-2-1,-1 1,10 0,0 0,-3 0,-5 0,3 0,-4 0,-1 0,5 0,1 0,-4 0,18 0,-2 0,-29 0,0 0,-2 0,15 0,-2 0,3 0,3 0,-16 0,2-1,0 2,24 4,-2-1,-2-3,1 1,6 2,-2 1,-16-5,-1 0,7 0,-4 0,-26 0,-3 0,5 0,3 0,11 0,-1 0,-12 0,1 0,22 0,-4 0,2 0,-25 0,2 0,43 0,-3-6,-27 5,2 0,-11-5,-2-1,5 6,-1 0,-6-2,-4-1,29-2,-32 2,1 0,3 1,1-1,43-8,-41 11,-1 1,20-5,-17 2,3 0,37 2,-37-3,0 1,33 3,-31-3,3-1,-5 3,1 0,-3-2,1-1,7 1,-2-1,23-4,-8 0,5 0,-16 4,1 0,28 0,-1 1,-31 3,-3 0,18-3,-2-1,-27 0,-1-1,13 1,-2-1,16-7,-20 11,-23-4,8 5,-8 0,20 0,-17 0,24 0,-13 0,7 0,3 0,15 0,-7 0,1 0,10 0,-25 0,0 0,14 0,24 0,-34 0,14 0,-17 0,1-5,13 3,25-3,6 5,-45 0,3 0,18 0,2 0,-14 0,2 0,5 3,5 1,-6 0,-7-3,-3 0,11 5,-6-1,-6-5,-10 0,-8 0,-4 0,29 0,2 0,24 0,0 0,3 6,-24-6,2 1,-10 2,0 0,15-2,1-2,-10 1,2 0,22 0,-1 0,-23 0,1 0,-5 2,5 2,-3-2,12-1,1 0,-16 2,3 0,4 0,19-3,4 0,-5 0,6-1,0 2,-9 1,5 2,-5-1,10-2,-1 0,-18 2,2 1,0-2,-4-1,-1-1,-2-1,-2 1,-2 0,-4 0,1 0,-3 0,7 0,-4 0,14 0,-17 0,0 0,17 0,-9 0,6 0,-5 4,4 2,0-2,6 0,-3 0,13 2,2 0,-4 1,5 1,-7-2,-8-4,2-2,10 4,10 0,-10-1,-12-3,-4 0,17 0,-6 0,4 0,-39 3,1 0,37-2,3 5,-31-6,-30 0,-1 0,-12 0,-1 0,9 0,-7 0,17 0,9 0,1 0,5 0,-19 0,-12 0,-4 0,10 0,9 0,2 0,-4 0,-16 0,-4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0:59:45.291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0 137,'86'-6,"3"1,-23 5,24 0,-1 1,11-2,-27-3,3-1,0 2,-2 1,0 2,2-2,7-1,2-2,-4 1,-11 0,-2 0,-2 0,18 3,1 0,-14-5,3-2,-13 2,11 4,20-6,-45 8,25 0,-14-5,15-3,-9 2,30-7,-21 12,14-5,-23 0,10 4,-14-1,5 0,-3 3,1 0,16 0,-1 0,-13 0,-1 0,9 3,0 0,-6-3,-1 2,8 4,-1 1,-12-6,-4 0,30 6,-34-7,0 0,26 6,16-5,-45 2,0 0,4 1,-2-1,29-1,-19 1,2 1,-12 0,-2 0,10-3,2-1,7 4,0-1,-14-2,-2-2,34 1,1 0,-25 0,30 0,-27 0,32 0,-29 0,5 0,-11 0,-19-5,1 4,-6-8,-12 8,-8-3,-2 4,1 0,9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1:00:00.598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29,'80'0,"19"0,-42 0,3 0,11 0,1 0,-8 0,1 0,19 0,-2 0,-30 1,-1-2,14 0,-3-2,11 2,-3-3,-11 4,32 0,-20 0,23 0,-39 0,0 0,-25 0,14 0,-5 0,15 0,3 0,-1 0,-8 0,4 0,-2 0,1 0,12 0,0 0,-9 0,-2 0,40 0,-8 0,-18 0,-3 0,-24 0,-7-3,-9 2,-5-3,4 4,12 0,-2 0,0 0,-10 0,-4 0,7 0,10 0,-6-5,18 3,-27-3,9 5,-13 0,-1 0,18 0,-16 0,14 0,5 0,2 0,11 0,-18 0,-7 0,-6 0,-1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1:00:10.745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0 117,'51'8,"-1"0,19-2,0-2,-19-1,4-1,13-1,11-1,6-1,5 1,8 0,2 0,-3 0,-12 1,-3-1,3 0,8-1,-10 0,6-1,6-1,2 0,1 0,-2 0,-2 0,6 1,1 0,-2-1,0 1,-2-1,0 1,-6-2,-1 1,-1 0,0-1,-1 0,0 1,-1-1,2 1,-1-1,-2 0,-3 2,-7-1,29 2,-8 1,-7-1,8-4,-2 1,-12 3,3 1,-2 1,-12-1,-3 0,1 0,1 0,0 0,2 0,14 0,4 0,-1 0,-7 0,-1 0,5 0,-5 0,5 0,1 0,-2 0,-6-2,-2-1,2 0,5 0,7 1,7 0,3 0,-4 0,-8-2,10-2,-8-2,4 2,-5 2,6 1,-3 1,-13-1,-1-1,-9 0,1 3,-6 2,0-1,-12 0,3 0,-11 0,16 0,3 0,-19 0,32 0,-29 0,1 0,46 0,-41 0,3 0,12 0,3 0,1 0,5 0,1 0,7 0,0 0,-3 0,1 0,2 0,9 0,3 0,-5 0,-14 0,-3 0,-6 0,0 0,-1 0,-4 0,3 0,-3 0,2 0,0 0,1 0,4 0,-4 0,-3 0,1 0,5 2,5 2,-1-1,14-2,6 0,-12 2,10-1,2 1,-10-1,-12-2,-5 0,3 0,24 0,5 0,-6 0,7 0,-7 0,-19 0,-1 0,17 0,-2 0,-23 0,-2 0,0 0,0 0,-2 0,-2 0,28 0,9 0,-14 0,-23-1,2 2,-2 2,0 1,-2-4,1 2,5 5,3 1,11-7,-1 0,-15 3,-1 0,19-3,-7-2,-19 1,15 0,-7 0,12 0,8 0,-1 0,-18 0,6 0,23 6,4 0,-7-5,0 0,-17 3,1 1,-4-2,3-3,0 0,0 0,6 0,-6 0,-4 0,2 0,13 0,9 0,-12 0,-22 0,-3 0,32-3,-3 1,6 1,-3-5,-13 6,-13 0,6 0,2 0,20 0,-23 0,10 0,-5 0,-8 1,3-2,20 0,11-2,-11 0,-22-1,1 0,20 1,11 1,-14-1,-27-1,-1 2,20 1,11 1,-7 1,-5-1,-2 0,-3 0,5 0,2 0,11 0,3 0,0 0,-3-1,0 1,2 1,9 1,1 1,-3 0,-13-2,-2-1,-5 1,19 3,-5 0,-5 0,2 0,-18-1,2 1,-1-1,19 3,1-1,-20-2,2 0,-1-1,21-2,0 0,-17 0,2 0,-3 0,18 0,-2 0,6 0,-5 0,-29 0,-6 0,36 0,1 0,1 0,-15 0,0-5,-23 4,7-4,19 5,5 0,8 0,-3 0,-26-6,-5 5,-28-4,9 5,8 0,26 0,-13 4,4 0,-14-3,0 0,6 4,-7-1,-8-8,-24 3,-20-3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8T21:01:12.679"/>
    </inkml:context>
    <inkml:brush xml:id="br0">
      <inkml:brushProperty name="width" value="0.4" units="cm"/>
      <inkml:brushProperty name="height" value="0.8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1 178,'93'5,"-38"-4,4-1,10 2,6 1,-10 1,4 0,3 0,14-3,2-1,1 2,1 4,0 4,-3-4,-11-4,-4-2,1 1,2 5,0 3,-5-3,6-5,-4 0,-3 4,-5-1,14-4,15 0,-42 0,2 0,-1 0,1 0,12 0,-3 0,-1 0,-8 0,-1 0,0 0,22 0,-21 0,12 0,1 0,8 0,-19 0,7 0,12 0,2 0,-26-2,2-2,0 0,1 0,6-4,0 0,0 1,1-2,17-2,0-1,-14 3,-1 0,12-3,-1 2,-10 5,0 1,0-2,0 0,-8 5,0 0,2-2,-4 0,11 3,-7 3,2 1,35 5,-35-4,0-1,-2 3,-3-1,44-4,-35 4,4 1,4-5,2-2,13 4,-3-1,-24-3,1 0,42 0,-5 0,-12 0,4 0,-3 0,-25 0,1 0,3 0,28 0,-40 0,3 0,10 3,3 1,9-3,1 0,-7 3,0-1,11-5,-7-2,-7 2,-9-4,-23 6,8 0,14 0,2-3,4-2,34-2,-10 4,18 0,-11 0,-18-4,-2 0,5 6,7 1,-7-1,2-3,-9 0,20 4,-36 0,-1 0,16 0,7 0,-24-4,3 0,2 3,3 0,22-4,6 1,-20 4,4 0,-4 0,11 0,3 0,-1 0,6 0,-8 0,-7 0,-2 0,-4 0,4 0,-7 0,-5 1,-3-2,7-1,0-1,-11 3,0-1,1-1,3-1,19 3,-1 0,-27 0,1 0,37 0,-1 0,-34 0,1 0,35-4,-1-1,-36 1,-2-1,6-2,-1-2,25-4,-4 1,6-1,-1 4,4 1,-18 3,2 1,-2 0,5 1,-5 0,6 2,-2 2,10-1,-3 0,-20 0,-3 0,3 0,-4 0,10 0,6 0,24 0,-35-1,4 2,17 3,4 0,10-3,-1 0,-19 3,-1 0,22 1,-1-1,-29-4,-4 2,-3 2,-3 0,21-4,-56 0,-7 0,13 5,20 2,44 0,-36-2,5 1,17-2,6 0,9-1,1 1,2 0,1-1,1-3,-2 0,-15 0,-4 0,-2 0,-5 0,32 0,-48-3,-2 1,25 1,-14-4,7 5,20 0,-37 0,3 0,5 0,0 0,-4 0,-3 0,12 0,-13 0,-24 0,-3 0,-5 0,27 0,2 0,4 0,-8 0,4 0,-18 0,20 0,-19 0,15 0,32 0,-8-6,-18 6,-1-1,1-4,8 5,-38 0,-3 4,11-3,-16 3,22 0,-18-3,-1 3,9-4,-7 0,7 0,-8 0,9 0,-10 0,5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1D28398-5C4A-B6EF-D330-FF50E5E4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30866DA-5E33-5424-6CE9-E38F0835F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04BE511A-1A00-6456-7D69-5673B16AD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3668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9A76481D-EEB8-DAF5-EC33-EF79B0D4F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:notes">
            <a:extLst>
              <a:ext uri="{FF2B5EF4-FFF2-40B4-BE49-F238E27FC236}">
                <a16:creationId xmlns:a16="http://schemas.microsoft.com/office/drawing/2014/main" id="{6CE23BFF-1FEF-CCB2-6DB6-FB640DC1EB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:notes">
            <a:extLst>
              <a:ext uri="{FF2B5EF4-FFF2-40B4-BE49-F238E27FC236}">
                <a16:creationId xmlns:a16="http://schemas.microsoft.com/office/drawing/2014/main" id="{C6FA1F41-1B48-5CEA-5FF3-389A157C9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366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3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7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marL="13716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284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37043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customXml" Target="../ink/ink4.xml"/><Relationship Id="rId1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customXml" Target="../ink/ink8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-2667616" y="4380161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5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5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25"/>
          <p:cNvCxnSpPr/>
          <p:nvPr/>
        </p:nvCxnSpPr>
        <p:spPr>
          <a:xfrm>
            <a:off x="3619363" y="1033463"/>
            <a:ext cx="11043829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25"/>
          <p:cNvSpPr/>
          <p:nvPr/>
        </p:nvSpPr>
        <p:spPr>
          <a:xfrm>
            <a:off x="16817117" y="619524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" name="Google Shape;166;p25"/>
          <p:cNvCxnSpPr/>
          <p:nvPr/>
        </p:nvCxnSpPr>
        <p:spPr>
          <a:xfrm>
            <a:off x="781222" y="9712128"/>
            <a:ext cx="1674682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25"/>
          <p:cNvSpPr/>
          <p:nvPr/>
        </p:nvSpPr>
        <p:spPr>
          <a:xfrm>
            <a:off x="211465" y="-3015614"/>
            <a:ext cx="9114554" cy="14954258"/>
          </a:xfrm>
          <a:custGeom>
            <a:avLst/>
            <a:gdLst/>
            <a:ahLst/>
            <a:cxnLst/>
            <a:rect l="l" t="t" r="r" b="b"/>
            <a:pathLst>
              <a:path w="3912870" h="6419850" extrusionOk="0">
                <a:moveTo>
                  <a:pt x="2343150" y="797560"/>
                </a:moveTo>
                <a:lnTo>
                  <a:pt x="3912870" y="156210"/>
                </a:lnTo>
                <a:lnTo>
                  <a:pt x="3912870" y="1327150"/>
                </a:lnTo>
                <a:lnTo>
                  <a:pt x="2627630" y="2366010"/>
                </a:lnTo>
                <a:lnTo>
                  <a:pt x="3912870" y="1991360"/>
                </a:lnTo>
                <a:lnTo>
                  <a:pt x="3912870" y="3162300"/>
                </a:lnTo>
                <a:lnTo>
                  <a:pt x="1640840" y="4832350"/>
                </a:lnTo>
                <a:cubicBezTo>
                  <a:pt x="2366010" y="4615180"/>
                  <a:pt x="3065780" y="4183380"/>
                  <a:pt x="3740150" y="3520440"/>
                </a:cubicBezTo>
                <a:lnTo>
                  <a:pt x="3740150" y="4874260"/>
                </a:lnTo>
                <a:cubicBezTo>
                  <a:pt x="2578100" y="5966460"/>
                  <a:pt x="1375410" y="6419850"/>
                  <a:pt x="139700" y="6341110"/>
                </a:cubicBezTo>
                <a:lnTo>
                  <a:pt x="139700" y="4765040"/>
                </a:lnTo>
                <a:lnTo>
                  <a:pt x="1276350" y="3929380"/>
                </a:lnTo>
                <a:lnTo>
                  <a:pt x="363220" y="4194810"/>
                </a:lnTo>
                <a:lnTo>
                  <a:pt x="363220" y="3023870"/>
                </a:lnTo>
                <a:lnTo>
                  <a:pt x="980440" y="2524760"/>
                </a:lnTo>
                <a:lnTo>
                  <a:pt x="34290" y="2912110"/>
                </a:lnTo>
                <a:lnTo>
                  <a:pt x="34290" y="1741170"/>
                </a:lnTo>
                <a:lnTo>
                  <a:pt x="595630" y="1356360"/>
                </a:lnTo>
                <a:cubicBezTo>
                  <a:pt x="393700" y="1343660"/>
                  <a:pt x="194310" y="1309370"/>
                  <a:pt x="0" y="1256030"/>
                </a:cubicBezTo>
                <a:lnTo>
                  <a:pt x="0" y="414020"/>
                </a:lnTo>
                <a:cubicBezTo>
                  <a:pt x="825500" y="652780"/>
                  <a:pt x="1609090" y="534670"/>
                  <a:pt x="2343150" y="0"/>
                </a:cubicBezTo>
                <a:lnTo>
                  <a:pt x="2343150" y="79756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1140" r="-311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14981708" y="863322"/>
            <a:ext cx="1715604" cy="2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14891654" y="1195787"/>
            <a:ext cx="1715604" cy="28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32A3A-C575-8161-4394-E072DF4270FA}"/>
              </a:ext>
            </a:extLst>
          </p:cNvPr>
          <p:cNvSpPr txBox="1"/>
          <p:nvPr/>
        </p:nvSpPr>
        <p:spPr>
          <a:xfrm>
            <a:off x="10242466" y="4707467"/>
            <a:ext cx="8045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bg1"/>
                </a:solidFill>
                <a:latin typeface="Poppins" pitchFamily="2" charset="77"/>
              </a:rPr>
              <a:t>What the F*ck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700612" y="1472360"/>
            <a:ext cx="12385528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" name="Google Shape;103;p2"/>
          <p:cNvGrpSpPr/>
          <p:nvPr/>
        </p:nvGrpSpPr>
        <p:grpSpPr>
          <a:xfrm>
            <a:off x="12986369" y="762000"/>
            <a:ext cx="4601018" cy="1420720"/>
            <a:chOff x="0" y="0"/>
            <a:chExt cx="6134691" cy="1894293"/>
          </a:xfrm>
        </p:grpSpPr>
        <p:sp>
          <p:nvSpPr>
            <p:cNvPr id="104" name="Google Shape;104;p2"/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40525" y="588852"/>
              <a:ext cx="3971218" cy="652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  <a:tabLst/>
                <a:defRPr/>
              </a:pPr>
              <a:r>
                <a:rPr kumimoji="0" lang="en-US" sz="2853" b="1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  <a:tabLst/>
                <a:defRPr/>
              </a:pPr>
              <a:r>
                <a:rPr kumimoji="0" lang="en-US" sz="2333" b="0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Madrid ‘26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759956" y="817946"/>
            <a:ext cx="2926313" cy="55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  <a:tabLst/>
              <a:defRPr/>
            </a:pPr>
            <a:r>
              <a:rPr kumimoji="0" lang="en-US" sz="3059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 flipH="1">
            <a:off x="700612" y="2913366"/>
            <a:ext cx="16705493" cy="57842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"/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1" t="-34334" r="-9321" b="-36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765427" y="8980626"/>
            <a:ext cx="2111533" cy="629121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700612" y="8579914"/>
            <a:ext cx="16705493" cy="28596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/>
          <p:nvPr/>
        </p:nvSpPr>
        <p:spPr>
          <a:xfrm>
            <a:off x="13424262" y="8952019"/>
            <a:ext cx="3590104" cy="657728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1895" y="2315439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81895" y="7915477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009993" y="7915477"/>
            <a:ext cx="64497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264196" y="8063619"/>
            <a:ext cx="2463133" cy="2463133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 title="v-valley-blanc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19C5EC-5182-1862-7DE9-8DAAD876F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" y="0"/>
            <a:ext cx="1827828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7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D74E3A-8EC3-6BE2-B812-D5625AFA4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0"/>
            <a:ext cx="10287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15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1F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BD6C9-ABE2-ACDA-542D-FC55135C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BAA22-93D4-E6EE-63F1-B8EF581A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409" y="0"/>
            <a:ext cx="102870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1F356C-DD37-A2BE-5C6F-4B702018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4428" y="5773"/>
            <a:ext cx="5694218" cy="1028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258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41EB1E-5BBD-2AF9-15CC-208B8688A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233487"/>
            <a:ext cx="18249900" cy="782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47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4157C8-6283-9EFD-350C-09F1A844F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" y="1"/>
            <a:ext cx="18283140" cy="1028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49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AE6EC0-3BA3-536C-9759-160D3E1E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814"/>
            <a:ext cx="18277674" cy="1029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4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B7016-E2B3-55F6-2FF2-F7888D08A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63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A9792B-914A-98B3-51E0-70199C6E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" y="0"/>
            <a:ext cx="1827828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465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4A0912-D35F-1C58-9B1B-F2E6EBE0A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8288000" cy="102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53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41484-1462-8673-55E7-A8A0752F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F7C14F-3146-54C3-922D-400E31FEC5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-1"/>
            <a:ext cx="18288000" cy="1028152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BC9894A-2750-B7B5-3C71-41DC8FF29248}"/>
              </a:ext>
            </a:extLst>
          </p:cNvPr>
          <p:cNvGrpSpPr/>
          <p:nvPr/>
        </p:nvGrpSpPr>
        <p:grpSpPr>
          <a:xfrm>
            <a:off x="4030317" y="2371346"/>
            <a:ext cx="10227365" cy="5538833"/>
            <a:chOff x="4030317" y="2790158"/>
            <a:chExt cx="10227365" cy="553883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DF1C328-0AEA-AF6E-0BDD-65C2510132DB}"/>
                </a:ext>
              </a:extLst>
            </p:cNvPr>
            <p:cNvSpPr/>
            <p:nvPr/>
          </p:nvSpPr>
          <p:spPr>
            <a:xfrm>
              <a:off x="4030317" y="2790158"/>
              <a:ext cx="10227365" cy="5538833"/>
            </a:xfrm>
            <a:prstGeom prst="roundRect">
              <a:avLst>
                <a:gd name="adj" fmla="val 8845"/>
              </a:avLst>
            </a:prstGeom>
            <a:solidFill>
              <a:srgbClr val="2A2A2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BB38656-DD07-3C3C-69D0-F5B079D0B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65330" y="2911815"/>
              <a:ext cx="5831000" cy="5130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065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077AE-D7EC-360D-B9EE-D7191C27C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5"/>
            <a:ext cx="18283142" cy="10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26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1CD6A-6447-B3D8-BD2F-E8B6D93E8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9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31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F4B604-5F9B-24E5-5E4E-40D2EB038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" y="0"/>
            <a:ext cx="1827828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906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99BBF9-9893-D7A8-4B03-1AFCC7FEC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5"/>
            <a:ext cx="18283142" cy="10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40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22379C-7EA4-2853-0CE8-81234BED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773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83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83671D-7210-1C14-3176-EB2465446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2865" cy="10284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AE91C3-491A-526A-BB63-01DEFEB39060}"/>
              </a:ext>
            </a:extLst>
          </p:cNvPr>
          <p:cNvSpPr txBox="1"/>
          <p:nvPr/>
        </p:nvSpPr>
        <p:spPr>
          <a:xfrm>
            <a:off x="481263" y="616017"/>
            <a:ext cx="10716395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6600" b="1" spc="600" dirty="0">
                <a:ln w="25400">
                  <a:noFill/>
                </a:ln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me the code!!</a:t>
            </a:r>
          </a:p>
        </p:txBody>
      </p:sp>
    </p:spTree>
    <p:extLst>
      <p:ext uri="{BB962C8B-B14F-4D97-AF65-F5344CB8AC3E}">
        <p14:creationId xmlns:p14="http://schemas.microsoft.com/office/powerpoint/2010/main" val="1900666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FFC4E-053F-F4E6-E4BF-E44DB0D76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04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21D0AF-63EA-C24A-4AA9-29CF0D7C1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773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581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21E242-C5B1-A499-C29D-6A11B455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773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2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450B0F-0589-CA89-EB17-5EE82C58A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979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5D24AE-9C2C-AB8A-E2E9-0B5C98BAF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5"/>
            <a:ext cx="18288000" cy="102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13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B973EF-2E46-8123-A5AC-D24D7A5F9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6" y="-1"/>
            <a:ext cx="18292866" cy="1028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89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BEBDE7-4159-2EA0-6BD2-3821D33EF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773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8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401205-DA69-F7B7-3160-2243F17AC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7730" cy="10287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EC60517-6208-2008-7090-7CF290311344}"/>
              </a:ext>
            </a:extLst>
          </p:cNvPr>
          <p:cNvGrpSpPr/>
          <p:nvPr/>
        </p:nvGrpSpPr>
        <p:grpSpPr>
          <a:xfrm>
            <a:off x="5290457" y="3827166"/>
            <a:ext cx="7707086" cy="2632668"/>
            <a:chOff x="5184949" y="5345723"/>
            <a:chExt cx="7707086" cy="26326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C34A59B-1596-8DE7-3009-235E6977FF54}"/>
                </a:ext>
              </a:extLst>
            </p:cNvPr>
            <p:cNvSpPr/>
            <p:nvPr/>
          </p:nvSpPr>
          <p:spPr>
            <a:xfrm>
              <a:off x="5184949" y="5345723"/>
              <a:ext cx="7707086" cy="2632668"/>
            </a:xfrm>
            <a:prstGeom prst="roundRect">
              <a:avLst>
                <a:gd name="adj" fmla="val 10942"/>
              </a:avLst>
            </a:prstGeom>
            <a:solidFill>
              <a:srgbClr val="0C152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BF0309F-9EFA-6CDF-B8C7-A23E94D89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4583"/>
            <a:stretch>
              <a:fillRect/>
            </a:stretch>
          </p:blipFill>
          <p:spPr>
            <a:xfrm>
              <a:off x="5610678" y="5615577"/>
              <a:ext cx="1029605" cy="20929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2D95DBE-DFEC-D735-FEF4-A30678015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1299" t="4344" r="2037" b="5570"/>
            <a:stretch>
              <a:fillRect/>
            </a:stretch>
          </p:blipFill>
          <p:spPr>
            <a:xfrm>
              <a:off x="6493668" y="5461279"/>
              <a:ext cx="5958673" cy="24015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4134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CF196-912E-403C-CB82-3DCA1E9F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099683-7996-CD1C-C1FE-8FD45FEFA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5" y="0"/>
            <a:ext cx="18292865" cy="102842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95420C-A752-21E2-B694-B1EA85D3B929}"/>
              </a:ext>
            </a:extLst>
          </p:cNvPr>
          <p:cNvSpPr txBox="1"/>
          <p:nvPr/>
        </p:nvSpPr>
        <p:spPr>
          <a:xfrm>
            <a:off x="481263" y="616017"/>
            <a:ext cx="4865434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6600" b="1" spc="600" dirty="0">
                <a:ln w="25400">
                  <a:noFill/>
                </a:ln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 it!!</a:t>
            </a:r>
          </a:p>
        </p:txBody>
      </p:sp>
    </p:spTree>
    <p:extLst>
      <p:ext uri="{BB962C8B-B14F-4D97-AF65-F5344CB8AC3E}">
        <p14:creationId xmlns:p14="http://schemas.microsoft.com/office/powerpoint/2010/main" val="1280336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1DC93-5772-C94C-C73D-B8950A929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5"/>
            <a:ext cx="18283142" cy="1028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34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6E51F-58AA-F25C-3E1A-3EE5DAFA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5"/>
            <a:ext cx="18283142" cy="102897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6490DA-027D-430A-3548-6DF5CE235847}"/>
                  </a:ext>
                </a:extLst>
              </p14:cNvPr>
              <p14:cNvContentPartPr/>
              <p14:nvPr/>
            </p14:nvContentPartPr>
            <p14:xfrm>
              <a:off x="3609423" y="6448633"/>
              <a:ext cx="2593080" cy="51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6490DA-027D-430A-3548-6DF5CE23584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55423" y="6340993"/>
                <a:ext cx="270072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2628723-559B-DBE6-0457-51E9ED0BD8CC}"/>
                  </a:ext>
                </a:extLst>
              </p14:cNvPr>
              <p14:cNvContentPartPr/>
              <p14:nvPr/>
            </p14:nvContentPartPr>
            <p14:xfrm>
              <a:off x="4258143" y="6790993"/>
              <a:ext cx="3913200" cy="6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2628723-559B-DBE6-0457-51E9ED0BD8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86503" y="6646993"/>
                <a:ext cx="405684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8F317E-D512-2023-7ECD-C4A63431515D}"/>
                  </a:ext>
                </a:extLst>
              </p14:cNvPr>
              <p14:cNvContentPartPr/>
              <p14:nvPr/>
            </p14:nvContentPartPr>
            <p14:xfrm>
              <a:off x="2281383" y="7620433"/>
              <a:ext cx="2599920" cy="65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8F317E-D512-2023-7ECD-C4A6343151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09383" y="7476793"/>
                <a:ext cx="2743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99E49D7-51A9-08B5-94AA-AAB57D69A0E9}"/>
                  </a:ext>
                </a:extLst>
              </p14:cNvPr>
              <p14:cNvContentPartPr/>
              <p14:nvPr/>
            </p14:nvContentPartPr>
            <p14:xfrm>
              <a:off x="761103" y="7958473"/>
              <a:ext cx="4640040" cy="118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99E49D7-51A9-08B5-94AA-AAB57D69A0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9103" y="7814833"/>
                <a:ext cx="4783680" cy="40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A80A88-DA17-9B28-AD75-44118CC795AF}"/>
                  </a:ext>
                </a:extLst>
              </p14:cNvPr>
              <p14:cNvContentPartPr/>
              <p14:nvPr/>
            </p14:nvContentPartPr>
            <p14:xfrm>
              <a:off x="5062023" y="8884393"/>
              <a:ext cx="2235240" cy="29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A80A88-DA17-9B28-AD75-44118CC795A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990023" y="8740393"/>
                <a:ext cx="237888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17E1AFE-F847-B73C-428F-7098420D819D}"/>
                  </a:ext>
                </a:extLst>
              </p14:cNvPr>
              <p14:cNvContentPartPr/>
              <p14:nvPr/>
            </p14:nvContentPartPr>
            <p14:xfrm>
              <a:off x="1477143" y="9209113"/>
              <a:ext cx="6664320" cy="72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17E1AFE-F847-B73C-428F-7098420D819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05503" y="9065473"/>
                <a:ext cx="6807960" cy="3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7664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8D344-77DD-0FDE-74ED-95D3A2F3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" y="0"/>
            <a:ext cx="18278280" cy="102869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69A94A9-64D6-EB66-A54C-5AA8C83068AB}"/>
                  </a:ext>
                </a:extLst>
              </p14:cNvPr>
              <p14:cNvContentPartPr/>
              <p14:nvPr/>
            </p14:nvContentPartPr>
            <p14:xfrm>
              <a:off x="3590343" y="1563073"/>
              <a:ext cx="2136600" cy="49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69A94A9-64D6-EB66-A54C-5AA8C83068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18343" y="1419433"/>
                <a:ext cx="228024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8B35DF-3B79-9501-8B3B-E96AC357F180}"/>
                  </a:ext>
                </a:extLst>
              </p14:cNvPr>
              <p14:cNvContentPartPr/>
              <p14:nvPr/>
            </p14:nvContentPartPr>
            <p14:xfrm>
              <a:off x="3724263" y="1877713"/>
              <a:ext cx="1199880" cy="10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8B35DF-3B79-9501-8B3B-E96AC357F1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52263" y="1733713"/>
                <a:ext cx="134352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20527EA-06B0-7B6C-8802-D99042473D63}"/>
                  </a:ext>
                </a:extLst>
              </p14:cNvPr>
              <p14:cNvContentPartPr/>
              <p14:nvPr/>
            </p14:nvContentPartPr>
            <p14:xfrm>
              <a:off x="2198223" y="2485033"/>
              <a:ext cx="8173800" cy="5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20527EA-06B0-7B6C-8802-D99042473D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6223" y="2341033"/>
                <a:ext cx="83174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3E46938-CDD7-790B-4121-9B196ECA62D3}"/>
                  </a:ext>
                </a:extLst>
              </p14:cNvPr>
              <p14:cNvContentPartPr/>
              <p14:nvPr/>
            </p14:nvContentPartPr>
            <p14:xfrm>
              <a:off x="2789703" y="6293833"/>
              <a:ext cx="6355440" cy="9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3E46938-CDD7-790B-4121-9B196ECA62D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18063" y="6149833"/>
                <a:ext cx="6499080" cy="38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382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4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B82051-42DD-B815-8172-62B0D359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726" y="3324184"/>
            <a:ext cx="10608547" cy="363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16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97">
          <a:extLst>
            <a:ext uri="{FF2B5EF4-FFF2-40B4-BE49-F238E27FC236}">
              <a16:creationId xmlns:a16="http://schemas.microsoft.com/office/drawing/2014/main" id="{25EEB49C-0CB9-2E8D-A556-3F2DF7A6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70ADA58-31C7-A750-E9E3-4861461FB972}"/>
              </a:ext>
            </a:extLst>
          </p:cNvPr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>
            <a:extLst>
              <a:ext uri="{FF2B5EF4-FFF2-40B4-BE49-F238E27FC236}">
                <a16:creationId xmlns:a16="http://schemas.microsoft.com/office/drawing/2014/main" id="{3B63FDC9-EE9C-836A-E867-F203C5E50CFC}"/>
              </a:ext>
            </a:extLst>
          </p:cNvPr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A2FAB4D-3D00-B669-860B-816BAB3A2391}"/>
              </a:ext>
            </a:extLst>
          </p:cNvPr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96BCE0F-3B2C-E4C2-8FC4-5D813483F29B}"/>
              </a:ext>
            </a:extLst>
          </p:cNvPr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>
            <a:extLst>
              <a:ext uri="{FF2B5EF4-FFF2-40B4-BE49-F238E27FC236}">
                <a16:creationId xmlns:a16="http://schemas.microsoft.com/office/drawing/2014/main" id="{0E993751-533E-70F2-1F18-03A0A7856C6C}"/>
              </a:ext>
            </a:extLst>
          </p:cNvPr>
          <p:cNvCxnSpPr/>
          <p:nvPr/>
        </p:nvCxnSpPr>
        <p:spPr>
          <a:xfrm>
            <a:off x="700612" y="1472360"/>
            <a:ext cx="12385528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" name="Google Shape;103;p2">
            <a:extLst>
              <a:ext uri="{FF2B5EF4-FFF2-40B4-BE49-F238E27FC236}">
                <a16:creationId xmlns:a16="http://schemas.microsoft.com/office/drawing/2014/main" id="{9D2F8224-6232-1742-FF4A-CDF6F1C9418E}"/>
              </a:ext>
            </a:extLst>
          </p:cNvPr>
          <p:cNvGrpSpPr/>
          <p:nvPr/>
        </p:nvGrpSpPr>
        <p:grpSpPr>
          <a:xfrm>
            <a:off x="12986370" y="762000"/>
            <a:ext cx="4601018" cy="1420720"/>
            <a:chOff x="0" y="0"/>
            <a:chExt cx="6134691" cy="1894293"/>
          </a:xfrm>
        </p:grpSpPr>
        <p:sp>
          <p:nvSpPr>
            <p:cNvPr id="104" name="Google Shape;104;p2">
              <a:extLst>
                <a:ext uri="{FF2B5EF4-FFF2-40B4-BE49-F238E27FC236}">
                  <a16:creationId xmlns:a16="http://schemas.microsoft.com/office/drawing/2014/main" id="{5189E75D-625C-477F-DA45-791C0C82862A}"/>
                </a:ext>
              </a:extLst>
            </p:cNvPr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>
              <a:extLst>
                <a:ext uri="{FF2B5EF4-FFF2-40B4-BE49-F238E27FC236}">
                  <a16:creationId xmlns:a16="http://schemas.microsoft.com/office/drawing/2014/main" id="{58E2AE38-1C65-55D1-46F8-8C01E9164C31}"/>
                </a:ext>
              </a:extLst>
            </p:cNvPr>
            <p:cNvSpPr txBox="1"/>
            <p:nvPr/>
          </p:nvSpPr>
          <p:spPr>
            <a:xfrm>
              <a:off x="240525" y="588852"/>
              <a:ext cx="3971218" cy="652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  <a:tabLst/>
                <a:defRPr/>
              </a:pPr>
              <a:r>
                <a:rPr kumimoji="0" lang="en-US" sz="2853" b="1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>
              <a:extLst>
                <a:ext uri="{FF2B5EF4-FFF2-40B4-BE49-F238E27FC236}">
                  <a16:creationId xmlns:a16="http://schemas.microsoft.com/office/drawing/2014/main" id="{8723925A-64D8-2B47-1CE5-200EFE137A47}"/>
                </a:ext>
              </a:extLst>
            </p:cNvPr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  <a:tabLst/>
                <a:defRPr/>
              </a:pPr>
              <a:r>
                <a:rPr kumimoji="0" lang="en-US" sz="2333" b="0" i="0" u="none" strike="noStrike" kern="0" cap="none" spc="0" normalizeH="0" baseline="0" noProof="0">
                  <a:ln>
                    <a:noFill/>
                  </a:ln>
                  <a:solidFill>
                    <a:srgbClr val="D9D9D9"/>
                  </a:solidFill>
                  <a:effectLst/>
                  <a:uLnTx/>
                  <a:uFillTx/>
                  <a:latin typeface="Poppins"/>
                  <a:ea typeface="Poppins"/>
                  <a:cs typeface="Poppins"/>
                  <a:sym typeface="Poppins"/>
                </a:rPr>
                <a:t>Madrid ‘26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E5DE383C-9620-EEE7-3877-4704661F33A2}"/>
              </a:ext>
            </a:extLst>
          </p:cNvPr>
          <p:cNvSpPr txBox="1"/>
          <p:nvPr/>
        </p:nvSpPr>
        <p:spPr>
          <a:xfrm>
            <a:off x="759956" y="817946"/>
            <a:ext cx="2926313" cy="55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  <a:tabLst/>
              <a:defRPr/>
            </a:pPr>
            <a:r>
              <a:rPr kumimoji="0" lang="en-US" sz="3059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>
            <a:extLst>
              <a:ext uri="{FF2B5EF4-FFF2-40B4-BE49-F238E27FC236}">
                <a16:creationId xmlns:a16="http://schemas.microsoft.com/office/drawing/2014/main" id="{01EB4128-D222-F9D9-F6BF-AA912377E7D3}"/>
              </a:ext>
            </a:extLst>
          </p:cNvPr>
          <p:cNvCxnSpPr/>
          <p:nvPr/>
        </p:nvCxnSpPr>
        <p:spPr>
          <a:xfrm rot="10800000" flipH="1">
            <a:off x="700612" y="2913366"/>
            <a:ext cx="16705493" cy="57842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34F78F68-0A40-1D02-C860-85EF939EB5E1}"/>
              </a:ext>
            </a:extLst>
          </p:cNvPr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1" t="-34334" r="-9321" b="-36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FE93B01C-9BC8-F5D0-44B5-2F9B5921B39D}"/>
              </a:ext>
            </a:extLst>
          </p:cNvPr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A9BCB6C-3B99-2703-0C67-48B9EE3BE741}"/>
              </a:ext>
            </a:extLst>
          </p:cNvPr>
          <p:cNvSpPr/>
          <p:nvPr/>
        </p:nvSpPr>
        <p:spPr>
          <a:xfrm>
            <a:off x="1765427" y="8980626"/>
            <a:ext cx="2111533" cy="629121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>
            <a:extLst>
              <a:ext uri="{FF2B5EF4-FFF2-40B4-BE49-F238E27FC236}">
                <a16:creationId xmlns:a16="http://schemas.microsoft.com/office/drawing/2014/main" id="{B6BE6B6E-1D93-8F9A-FA8B-EF8F994B9078}"/>
              </a:ext>
            </a:extLst>
          </p:cNvPr>
          <p:cNvCxnSpPr/>
          <p:nvPr/>
        </p:nvCxnSpPr>
        <p:spPr>
          <a:xfrm>
            <a:off x="700612" y="8579914"/>
            <a:ext cx="16705493" cy="28596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304AAC5-91C1-793F-E987-304FC0951906}"/>
              </a:ext>
            </a:extLst>
          </p:cNvPr>
          <p:cNvSpPr/>
          <p:nvPr/>
        </p:nvSpPr>
        <p:spPr>
          <a:xfrm>
            <a:off x="13424262" y="8952019"/>
            <a:ext cx="3590104" cy="657728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4C75E721-2C8B-D05B-87D6-FBCBC6286734}"/>
              </a:ext>
            </a:extLst>
          </p:cNvPr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063698B0-CB9F-2A50-72CD-E974E4BF708F}"/>
              </a:ext>
            </a:extLst>
          </p:cNvPr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231C01B3-4D6A-94E0-3355-9F0F68D0208B}"/>
              </a:ext>
            </a:extLst>
          </p:cNvPr>
          <p:cNvSpPr txBox="1"/>
          <p:nvPr/>
        </p:nvSpPr>
        <p:spPr>
          <a:xfrm>
            <a:off x="881895" y="2315439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D36C45A0-E889-19BA-234C-6FFD98D01F81}"/>
              </a:ext>
            </a:extLst>
          </p:cNvPr>
          <p:cNvSpPr txBox="1"/>
          <p:nvPr/>
        </p:nvSpPr>
        <p:spPr>
          <a:xfrm>
            <a:off x="881895" y="7915477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F101692C-5564-44E9-3E88-C6E87BDE20EE}"/>
              </a:ext>
            </a:extLst>
          </p:cNvPr>
          <p:cNvSpPr txBox="1"/>
          <p:nvPr/>
        </p:nvSpPr>
        <p:spPr>
          <a:xfrm>
            <a:off x="10009993" y="7915477"/>
            <a:ext cx="64497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D9D9D9"/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rgbClr val="D9D9D9"/>
              </a:solidFill>
              <a:effectLst/>
              <a:uLnTx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1D06ED58-96C0-7802-76C0-D342B15224D0}"/>
              </a:ext>
            </a:extLst>
          </p:cNvPr>
          <p:cNvSpPr/>
          <p:nvPr/>
        </p:nvSpPr>
        <p:spPr>
          <a:xfrm>
            <a:off x="4264196" y="8063619"/>
            <a:ext cx="2463133" cy="2463133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 title="v-valley-blanco.png">
            <a:extLst>
              <a:ext uri="{FF2B5EF4-FFF2-40B4-BE49-F238E27FC236}">
                <a16:creationId xmlns:a16="http://schemas.microsoft.com/office/drawing/2014/main" id="{59E38067-50FA-E509-52EC-11D2BE56C8DB}"/>
              </a:ext>
            </a:extLst>
          </p:cNvPr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978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244">
          <a:extLst>
            <a:ext uri="{FF2B5EF4-FFF2-40B4-BE49-F238E27FC236}">
              <a16:creationId xmlns:a16="http://schemas.microsoft.com/office/drawing/2014/main" id="{0F8549AA-198F-7BC8-5E27-66C3ED91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>
            <a:extLst>
              <a:ext uri="{FF2B5EF4-FFF2-40B4-BE49-F238E27FC236}">
                <a16:creationId xmlns:a16="http://schemas.microsoft.com/office/drawing/2014/main" id="{088A6813-2C6D-62B7-AE4D-0AC60399153C}"/>
              </a:ext>
            </a:extLst>
          </p:cNvPr>
          <p:cNvSpPr/>
          <p:nvPr/>
        </p:nvSpPr>
        <p:spPr>
          <a:xfrm rot="-9507860">
            <a:off x="8901170" y="-4243552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49244DA-E7C4-261F-BE19-6B18782F5019}"/>
              </a:ext>
            </a:extLst>
          </p:cNvPr>
          <p:cNvSpPr/>
          <p:nvPr/>
        </p:nvSpPr>
        <p:spPr>
          <a:xfrm>
            <a:off x="-2667616" y="4380161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6258E45-9301-A359-3D40-45D71E64567C}"/>
              </a:ext>
            </a:extLst>
          </p:cNvPr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>
            <a:extLst>
              <a:ext uri="{FF2B5EF4-FFF2-40B4-BE49-F238E27FC236}">
                <a16:creationId xmlns:a16="http://schemas.microsoft.com/office/drawing/2014/main" id="{5CE372C5-BC6C-70F1-79A7-42C068B2CF97}"/>
              </a:ext>
            </a:extLst>
          </p:cNvPr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31">
            <a:extLst>
              <a:ext uri="{FF2B5EF4-FFF2-40B4-BE49-F238E27FC236}">
                <a16:creationId xmlns:a16="http://schemas.microsoft.com/office/drawing/2014/main" id="{5A95B794-E5DB-F9E4-589D-7220BB8C1346}"/>
              </a:ext>
            </a:extLst>
          </p:cNvPr>
          <p:cNvCxnSpPr/>
          <p:nvPr/>
        </p:nvCxnSpPr>
        <p:spPr>
          <a:xfrm>
            <a:off x="781223" y="1033462"/>
            <a:ext cx="13881970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31">
            <a:extLst>
              <a:ext uri="{FF2B5EF4-FFF2-40B4-BE49-F238E27FC236}">
                <a16:creationId xmlns:a16="http://schemas.microsoft.com/office/drawing/2014/main" id="{6EFA2294-9290-47B6-18C6-1930A51B18CA}"/>
              </a:ext>
            </a:extLst>
          </p:cNvPr>
          <p:cNvSpPr/>
          <p:nvPr/>
        </p:nvSpPr>
        <p:spPr>
          <a:xfrm>
            <a:off x="16817117" y="619524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31">
            <a:extLst>
              <a:ext uri="{FF2B5EF4-FFF2-40B4-BE49-F238E27FC236}">
                <a16:creationId xmlns:a16="http://schemas.microsoft.com/office/drawing/2014/main" id="{2BEEED88-EA63-035B-EE07-02741E434E37}"/>
              </a:ext>
            </a:extLst>
          </p:cNvPr>
          <p:cNvCxnSpPr/>
          <p:nvPr/>
        </p:nvCxnSpPr>
        <p:spPr>
          <a:xfrm>
            <a:off x="781222" y="9712128"/>
            <a:ext cx="1674682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2" name="Google Shape;252;p31">
            <a:extLst>
              <a:ext uri="{FF2B5EF4-FFF2-40B4-BE49-F238E27FC236}">
                <a16:creationId xmlns:a16="http://schemas.microsoft.com/office/drawing/2014/main" id="{B964EBE6-752E-3FF8-D0E2-25E2CA7D017C}"/>
              </a:ext>
            </a:extLst>
          </p:cNvPr>
          <p:cNvSpPr txBox="1"/>
          <p:nvPr/>
        </p:nvSpPr>
        <p:spPr>
          <a:xfrm>
            <a:off x="14981708" y="863322"/>
            <a:ext cx="1715604" cy="2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43" b="1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/>
          </a:p>
        </p:txBody>
      </p:sp>
      <p:sp>
        <p:nvSpPr>
          <p:cNvPr id="253" name="Google Shape;253;p31">
            <a:extLst>
              <a:ext uri="{FF2B5EF4-FFF2-40B4-BE49-F238E27FC236}">
                <a16:creationId xmlns:a16="http://schemas.microsoft.com/office/drawing/2014/main" id="{5FB9674A-2D3F-47A0-B7F1-B4BEB42A066F}"/>
              </a:ext>
            </a:extLst>
          </p:cNvPr>
          <p:cNvSpPr txBox="1"/>
          <p:nvPr/>
        </p:nvSpPr>
        <p:spPr>
          <a:xfrm>
            <a:off x="14877799" y="1195787"/>
            <a:ext cx="1715604" cy="28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3" dirty="0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 dirty="0"/>
          </a:p>
        </p:txBody>
      </p:sp>
      <p:sp>
        <p:nvSpPr>
          <p:cNvPr id="254" name="Google Shape;254;p31">
            <a:extLst>
              <a:ext uri="{FF2B5EF4-FFF2-40B4-BE49-F238E27FC236}">
                <a16:creationId xmlns:a16="http://schemas.microsoft.com/office/drawing/2014/main" id="{972F54A9-D887-8609-B3B2-459DCCA44B33}"/>
              </a:ext>
            </a:extLst>
          </p:cNvPr>
          <p:cNvSpPr/>
          <p:nvPr/>
        </p:nvSpPr>
        <p:spPr>
          <a:xfrm>
            <a:off x="5882106" y="4570999"/>
            <a:ext cx="611152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058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D05A79-A20C-C846-7E7C-062CD2CA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924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4B4F6A-02EF-F8C7-849F-2079EEF0D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29" y="1273797"/>
            <a:ext cx="5725886" cy="2958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55BC5A5-CEAF-69C3-875B-58F7195A07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583"/>
          <a:stretch>
            <a:fillRect/>
          </a:stretch>
        </p:blipFill>
        <p:spPr>
          <a:xfrm>
            <a:off x="2270926" y="5143500"/>
            <a:ext cx="1455335" cy="29583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16147</TotalTime>
  <Words>51</Words>
  <Application>Microsoft Macintosh PowerPoint</Application>
  <PresentationFormat>Custom</PresentationFormat>
  <Paragraphs>20</Paragraphs>
  <Slides>34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Poppins</vt:lpstr>
      <vt:lpstr>Open Sans</vt:lpstr>
      <vt:lpstr>Play</vt:lpstr>
      <vt:lpstr>Courier New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Mañez</cp:lastModifiedBy>
  <cp:revision>1</cp:revision>
  <dcterms:modified xsi:type="dcterms:W3CDTF">2026-10-18T21:08:54Z</dcterms:modified>
</cp:coreProperties>
</file>